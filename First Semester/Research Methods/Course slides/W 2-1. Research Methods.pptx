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0"/>
  </p:notesMasterIdLst>
  <p:handoutMasterIdLst>
    <p:handoutMasterId r:id="rId21"/>
  </p:handoutMasterIdLst>
  <p:sldIdLst>
    <p:sldId id="256" r:id="rId2"/>
    <p:sldId id="1236" r:id="rId3"/>
    <p:sldId id="1255" r:id="rId4"/>
    <p:sldId id="1257" r:id="rId5"/>
    <p:sldId id="1253" r:id="rId6"/>
    <p:sldId id="1254" r:id="rId7"/>
    <p:sldId id="283" r:id="rId8"/>
    <p:sldId id="1260" r:id="rId9"/>
    <p:sldId id="1261" r:id="rId10"/>
    <p:sldId id="1262" r:id="rId11"/>
    <p:sldId id="1252" r:id="rId12"/>
    <p:sldId id="1232" r:id="rId13"/>
    <p:sldId id="285" r:id="rId14"/>
    <p:sldId id="286" r:id="rId15"/>
    <p:sldId id="1237" r:id="rId16"/>
    <p:sldId id="300" r:id="rId17"/>
    <p:sldId id="336" r:id="rId18"/>
    <p:sldId id="1256" r:id="rId19"/>
  </p:sldIdLst>
  <p:sldSz cx="9144000" cy="6858000" type="screen4x3"/>
  <p:notesSz cx="6858000" cy="9236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7987A6-C664-47B1-A7B5-75C5E338C5B6}" v="177" dt="2025-10-06T11:10:54.0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qar Mehmood" userId="3292cbd2-f35e-49d9-bb56-09c1031ccaa8" providerId="ADAL" clId="{2AEA685B-1534-46A1-B5A5-10E618C6580C}"/>
    <pc:docChg chg="undo custSel addSld delSld modSld sldOrd delMainMaster modMainMaster">
      <pc:chgData name="Waqar Mehmood" userId="3292cbd2-f35e-49d9-bb56-09c1031ccaa8" providerId="ADAL" clId="{2AEA685B-1534-46A1-B5A5-10E618C6580C}" dt="2025-10-06T11:10:54.032" v="2829"/>
      <pc:docMkLst>
        <pc:docMk/>
      </pc:docMkLst>
      <pc:sldChg chg="modSp mod">
        <pc:chgData name="Waqar Mehmood" userId="3292cbd2-f35e-49d9-bb56-09c1031ccaa8" providerId="ADAL" clId="{2AEA685B-1534-46A1-B5A5-10E618C6580C}" dt="2025-09-30T07:39:29.349" v="298" actId="6549"/>
        <pc:sldMkLst>
          <pc:docMk/>
          <pc:sldMk cId="0" sldId="256"/>
        </pc:sldMkLst>
        <pc:spChg chg="mod">
          <ac:chgData name="Waqar Mehmood" userId="3292cbd2-f35e-49d9-bb56-09c1031ccaa8" providerId="ADAL" clId="{2AEA685B-1534-46A1-B5A5-10E618C6580C}" dt="2025-09-30T07:39:29.349" v="298" actId="6549"/>
          <ac:spMkLst>
            <pc:docMk/>
            <pc:sldMk cId="0" sldId="256"/>
            <ac:spMk id="3074" creationId="{00000000-0000-0000-0000-000000000000}"/>
          </ac:spMkLst>
        </pc:spChg>
      </pc:sldChg>
      <pc:sldChg chg="modSp add del mod modTransition">
        <pc:chgData name="Waqar Mehmood" userId="3292cbd2-f35e-49d9-bb56-09c1031ccaa8" providerId="ADAL" clId="{2AEA685B-1534-46A1-B5A5-10E618C6580C}" dt="2025-09-30T07:21:21.153" v="255" actId="47"/>
        <pc:sldMkLst>
          <pc:docMk/>
          <pc:sldMk cId="405007067" sldId="257"/>
        </pc:sldMkLst>
      </pc:sldChg>
      <pc:sldChg chg="del">
        <pc:chgData name="Waqar Mehmood" userId="3292cbd2-f35e-49d9-bb56-09c1031ccaa8" providerId="ADAL" clId="{2AEA685B-1534-46A1-B5A5-10E618C6580C}" dt="2025-09-30T06:01:57.942" v="5" actId="47"/>
        <pc:sldMkLst>
          <pc:docMk/>
          <pc:sldMk cId="0" sldId="259"/>
        </pc:sldMkLst>
      </pc:sldChg>
      <pc:sldChg chg="del">
        <pc:chgData name="Waqar Mehmood" userId="3292cbd2-f35e-49d9-bb56-09c1031ccaa8" providerId="ADAL" clId="{2AEA685B-1534-46A1-B5A5-10E618C6580C}" dt="2025-09-30T06:02:11.242" v="27" actId="47"/>
        <pc:sldMkLst>
          <pc:docMk/>
          <pc:sldMk cId="0" sldId="263"/>
        </pc:sldMkLst>
      </pc:sldChg>
      <pc:sldChg chg="del">
        <pc:chgData name="Waqar Mehmood" userId="3292cbd2-f35e-49d9-bb56-09c1031ccaa8" providerId="ADAL" clId="{2AEA685B-1534-46A1-B5A5-10E618C6580C}" dt="2025-09-30T06:01:57.541" v="3" actId="47"/>
        <pc:sldMkLst>
          <pc:docMk/>
          <pc:sldMk cId="266612408" sldId="268"/>
        </pc:sldMkLst>
      </pc:sldChg>
      <pc:sldChg chg="modSp add mod ord modTransition modAnim">
        <pc:chgData name="Waqar Mehmood" userId="3292cbd2-f35e-49d9-bb56-09c1031ccaa8" providerId="ADAL" clId="{2AEA685B-1534-46A1-B5A5-10E618C6580C}" dt="2025-10-05T07:53:14.372" v="2696" actId="404"/>
        <pc:sldMkLst>
          <pc:docMk/>
          <pc:sldMk cId="3178468147" sldId="283"/>
        </pc:sldMkLst>
        <pc:spChg chg="mod">
          <ac:chgData name="Waqar Mehmood" userId="3292cbd2-f35e-49d9-bb56-09c1031ccaa8" providerId="ADAL" clId="{2AEA685B-1534-46A1-B5A5-10E618C6580C}" dt="2025-10-05T07:24:46.867" v="2577" actId="20577"/>
          <ac:spMkLst>
            <pc:docMk/>
            <pc:sldMk cId="3178468147" sldId="283"/>
            <ac:spMk id="2" creationId="{778A5D7E-E7CE-4056-B6D9-63B6C4B1DF2C}"/>
          </ac:spMkLst>
        </pc:spChg>
        <pc:spChg chg="mod">
          <ac:chgData name="Waqar Mehmood" userId="3292cbd2-f35e-49d9-bb56-09c1031ccaa8" providerId="ADAL" clId="{2AEA685B-1534-46A1-B5A5-10E618C6580C}" dt="2025-10-05T07:53:14.372" v="2696" actId="404"/>
          <ac:spMkLst>
            <pc:docMk/>
            <pc:sldMk cId="3178468147" sldId="283"/>
            <ac:spMk id="3" creationId="{5975B5EC-AB52-41D2-9339-D0DEA736128D}"/>
          </ac:spMkLst>
        </pc:spChg>
      </pc:sldChg>
      <pc:sldChg chg="modSp add mod modTransition modAnim">
        <pc:chgData name="Waqar Mehmood" userId="3292cbd2-f35e-49d9-bb56-09c1031ccaa8" providerId="ADAL" clId="{2AEA685B-1534-46A1-B5A5-10E618C6580C}" dt="2025-10-05T07:56:31.852" v="2726" actId="1076"/>
        <pc:sldMkLst>
          <pc:docMk/>
          <pc:sldMk cId="4187331744" sldId="285"/>
        </pc:sldMkLst>
        <pc:spChg chg="mod">
          <ac:chgData name="Waqar Mehmood" userId="3292cbd2-f35e-49d9-bb56-09c1031ccaa8" providerId="ADAL" clId="{2AEA685B-1534-46A1-B5A5-10E618C6580C}" dt="2025-10-05T07:56:31.852" v="2726" actId="1076"/>
          <ac:spMkLst>
            <pc:docMk/>
            <pc:sldMk cId="4187331744" sldId="285"/>
            <ac:spMk id="2" creationId="{60E18FE8-A909-4C98-84B8-561FB5B8E749}"/>
          </ac:spMkLst>
        </pc:spChg>
        <pc:spChg chg="mod">
          <ac:chgData name="Waqar Mehmood" userId="3292cbd2-f35e-49d9-bb56-09c1031ccaa8" providerId="ADAL" clId="{2AEA685B-1534-46A1-B5A5-10E618C6580C}" dt="2025-10-05T07:56:14.225" v="2725" actId="27636"/>
          <ac:spMkLst>
            <pc:docMk/>
            <pc:sldMk cId="4187331744" sldId="285"/>
            <ac:spMk id="3" creationId="{0388EF05-0D01-4F2E-81FD-96A98AAE22F1}"/>
          </ac:spMkLst>
        </pc:spChg>
      </pc:sldChg>
      <pc:sldChg chg="modSp add mod modTransition modAnim">
        <pc:chgData name="Waqar Mehmood" userId="3292cbd2-f35e-49d9-bb56-09c1031ccaa8" providerId="ADAL" clId="{2AEA685B-1534-46A1-B5A5-10E618C6580C}" dt="2025-10-05T07:56:48.223" v="2729" actId="404"/>
        <pc:sldMkLst>
          <pc:docMk/>
          <pc:sldMk cId="3108805277" sldId="286"/>
        </pc:sldMkLst>
        <pc:spChg chg="mod">
          <ac:chgData name="Waqar Mehmood" userId="3292cbd2-f35e-49d9-bb56-09c1031ccaa8" providerId="ADAL" clId="{2AEA685B-1534-46A1-B5A5-10E618C6580C}" dt="2025-10-05T07:56:42.818" v="2728" actId="14100"/>
          <ac:spMkLst>
            <pc:docMk/>
            <pc:sldMk cId="3108805277" sldId="286"/>
            <ac:spMk id="2" creationId="{5B3FBF74-45C2-45E6-8EB1-7076EAF60EBD}"/>
          </ac:spMkLst>
        </pc:spChg>
        <pc:spChg chg="mod">
          <ac:chgData name="Waqar Mehmood" userId="3292cbd2-f35e-49d9-bb56-09c1031ccaa8" providerId="ADAL" clId="{2AEA685B-1534-46A1-B5A5-10E618C6580C}" dt="2025-10-05T07:56:48.223" v="2729" actId="404"/>
          <ac:spMkLst>
            <pc:docMk/>
            <pc:sldMk cId="3108805277" sldId="286"/>
            <ac:spMk id="3" creationId="{F82E1660-AEC8-43D0-9D93-FEED7B0A5BCA}"/>
          </ac:spMkLst>
        </pc:spChg>
      </pc:sldChg>
      <pc:sldChg chg="modSp add del mod modTransition">
        <pc:chgData name="Waqar Mehmood" userId="3292cbd2-f35e-49d9-bb56-09c1031ccaa8" providerId="ADAL" clId="{2AEA685B-1534-46A1-B5A5-10E618C6580C}" dt="2025-09-30T07:57:02.140" v="603" actId="47"/>
        <pc:sldMkLst>
          <pc:docMk/>
          <pc:sldMk cId="1721056498" sldId="288"/>
        </pc:sldMkLst>
      </pc:sldChg>
      <pc:sldChg chg="modSp add modTransition">
        <pc:chgData name="Waqar Mehmood" userId="3292cbd2-f35e-49d9-bb56-09c1031ccaa8" providerId="ADAL" clId="{2AEA685B-1534-46A1-B5A5-10E618C6580C}" dt="2025-10-05T07:59:06.818" v="2746" actId="14100"/>
        <pc:sldMkLst>
          <pc:docMk/>
          <pc:sldMk cId="871851832" sldId="300"/>
        </pc:sldMkLst>
        <pc:spChg chg="mod">
          <ac:chgData name="Waqar Mehmood" userId="3292cbd2-f35e-49d9-bb56-09c1031ccaa8" providerId="ADAL" clId="{2AEA685B-1534-46A1-B5A5-10E618C6580C}" dt="2025-10-05T07:59:06.818" v="2746" actId="14100"/>
          <ac:spMkLst>
            <pc:docMk/>
            <pc:sldMk cId="871851832" sldId="300"/>
            <ac:spMk id="28" creationId="{F3A85B9D-ED86-4E1A-B6FC-B06C20FC38A5}"/>
          </ac:spMkLst>
        </pc:spChg>
        <pc:spChg chg="mod">
          <ac:chgData name="Waqar Mehmood" userId="3292cbd2-f35e-49d9-bb56-09c1031ccaa8" providerId="ADAL" clId="{2AEA685B-1534-46A1-B5A5-10E618C6580C}" dt="2025-10-05T07:59:06.818" v="2746" actId="14100"/>
          <ac:spMkLst>
            <pc:docMk/>
            <pc:sldMk cId="871851832" sldId="300"/>
            <ac:spMk id="33" creationId="{9C7835ED-4C80-480D-B17E-1EB3906BF736}"/>
          </ac:spMkLst>
        </pc:spChg>
        <pc:spChg chg="mod">
          <ac:chgData name="Waqar Mehmood" userId="3292cbd2-f35e-49d9-bb56-09c1031ccaa8" providerId="ADAL" clId="{2AEA685B-1534-46A1-B5A5-10E618C6580C}" dt="2025-10-05T07:59:06.818" v="2746" actId="14100"/>
          <ac:spMkLst>
            <pc:docMk/>
            <pc:sldMk cId="871851832" sldId="300"/>
            <ac:spMk id="36" creationId="{E61CCB06-A5D6-40EC-B563-A9CB5642F688}"/>
          </ac:spMkLst>
        </pc:spChg>
        <pc:spChg chg="mod">
          <ac:chgData name="Waqar Mehmood" userId="3292cbd2-f35e-49d9-bb56-09c1031ccaa8" providerId="ADAL" clId="{2AEA685B-1534-46A1-B5A5-10E618C6580C}" dt="2025-10-05T07:59:06.818" v="2746" actId="14100"/>
          <ac:spMkLst>
            <pc:docMk/>
            <pc:sldMk cId="871851832" sldId="300"/>
            <ac:spMk id="38" creationId="{11AD9779-3B20-4DFB-A277-7BA4C79B76E4}"/>
          </ac:spMkLst>
        </pc:spChg>
        <pc:spChg chg="mod">
          <ac:chgData name="Waqar Mehmood" userId="3292cbd2-f35e-49d9-bb56-09c1031ccaa8" providerId="ADAL" clId="{2AEA685B-1534-46A1-B5A5-10E618C6580C}" dt="2025-10-05T07:59:06.818" v="2746" actId="14100"/>
          <ac:spMkLst>
            <pc:docMk/>
            <pc:sldMk cId="871851832" sldId="300"/>
            <ac:spMk id="39" creationId="{89132488-3564-468F-B124-EE403A9C5DF8}"/>
          </ac:spMkLst>
        </pc:spChg>
        <pc:spChg chg="mod">
          <ac:chgData name="Waqar Mehmood" userId="3292cbd2-f35e-49d9-bb56-09c1031ccaa8" providerId="ADAL" clId="{2AEA685B-1534-46A1-B5A5-10E618C6580C}" dt="2025-10-05T07:59:06.818" v="2746" actId="14100"/>
          <ac:spMkLst>
            <pc:docMk/>
            <pc:sldMk cId="871851832" sldId="300"/>
            <ac:spMk id="40" creationId="{98B57ACF-7FDB-4FDF-9CDD-0AE97DCB1E41}"/>
          </ac:spMkLst>
        </pc:spChg>
        <pc:spChg chg="mod">
          <ac:chgData name="Waqar Mehmood" userId="3292cbd2-f35e-49d9-bb56-09c1031ccaa8" providerId="ADAL" clId="{2AEA685B-1534-46A1-B5A5-10E618C6580C}" dt="2025-10-05T07:59:06.818" v="2746" actId="14100"/>
          <ac:spMkLst>
            <pc:docMk/>
            <pc:sldMk cId="871851832" sldId="300"/>
            <ac:spMk id="41" creationId="{AB8F7A91-6590-4D01-BF31-65F9DEAE6CEC}"/>
          </ac:spMkLst>
        </pc:spChg>
        <pc:spChg chg="mod">
          <ac:chgData name="Waqar Mehmood" userId="3292cbd2-f35e-49d9-bb56-09c1031ccaa8" providerId="ADAL" clId="{2AEA685B-1534-46A1-B5A5-10E618C6580C}" dt="2025-10-05T07:59:06.818" v="2746" actId="14100"/>
          <ac:spMkLst>
            <pc:docMk/>
            <pc:sldMk cId="871851832" sldId="300"/>
            <ac:spMk id="42" creationId="{BEBFDB71-B0CE-43DB-AA02-8F2821DAFD19}"/>
          </ac:spMkLst>
        </pc:spChg>
        <pc:spChg chg="mod">
          <ac:chgData name="Waqar Mehmood" userId="3292cbd2-f35e-49d9-bb56-09c1031ccaa8" providerId="ADAL" clId="{2AEA685B-1534-46A1-B5A5-10E618C6580C}" dt="2025-10-05T07:59:06.818" v="2746" actId="14100"/>
          <ac:spMkLst>
            <pc:docMk/>
            <pc:sldMk cId="871851832" sldId="300"/>
            <ac:spMk id="43" creationId="{06AA4D67-F1AC-42F0-A821-FA8FB155604A}"/>
          </ac:spMkLst>
        </pc:spChg>
        <pc:spChg chg="mod">
          <ac:chgData name="Waqar Mehmood" userId="3292cbd2-f35e-49d9-bb56-09c1031ccaa8" providerId="ADAL" clId="{2AEA685B-1534-46A1-B5A5-10E618C6580C}" dt="2025-10-05T07:59:06.818" v="2746" actId="14100"/>
          <ac:spMkLst>
            <pc:docMk/>
            <pc:sldMk cId="871851832" sldId="300"/>
            <ac:spMk id="44" creationId="{A7EE3866-D618-4829-BF60-8E425F5512F2}"/>
          </ac:spMkLst>
        </pc:spChg>
      </pc:sldChg>
      <pc:sldChg chg="modSp add del mod modTransition">
        <pc:chgData name="Waqar Mehmood" userId="3292cbd2-f35e-49d9-bb56-09c1031ccaa8" providerId="ADAL" clId="{2AEA685B-1534-46A1-B5A5-10E618C6580C}" dt="2025-10-06T11:10:54.032" v="2829"/>
        <pc:sldMkLst>
          <pc:docMk/>
          <pc:sldMk cId="26230410" sldId="336"/>
        </pc:sldMkLst>
        <pc:spChg chg="mod">
          <ac:chgData name="Waqar Mehmood" userId="3292cbd2-f35e-49d9-bb56-09c1031ccaa8" providerId="ADAL" clId="{2AEA685B-1534-46A1-B5A5-10E618C6580C}" dt="2025-10-05T07:59:25.586" v="2749" actId="27636"/>
          <ac:spMkLst>
            <pc:docMk/>
            <pc:sldMk cId="26230410" sldId="336"/>
            <ac:spMk id="2" creationId="{6586EA83-A6CC-4CDF-BE68-A269713D4A1E}"/>
          </ac:spMkLst>
        </pc:spChg>
        <pc:spChg chg="mod">
          <ac:chgData name="Waqar Mehmood" userId="3292cbd2-f35e-49d9-bb56-09c1031ccaa8" providerId="ADAL" clId="{2AEA685B-1534-46A1-B5A5-10E618C6580C}" dt="2025-10-05T07:59:20.085" v="2747" actId="404"/>
          <ac:spMkLst>
            <pc:docMk/>
            <pc:sldMk cId="26230410" sldId="336"/>
            <ac:spMk id="3" creationId="{21906AD9-D508-4FDD-80D9-8E37727A7C2F}"/>
          </ac:spMkLst>
        </pc:spChg>
      </pc:sldChg>
      <pc:sldChg chg="modSp add del mod modTransition">
        <pc:chgData name="Waqar Mehmood" userId="3292cbd2-f35e-49d9-bb56-09c1031ccaa8" providerId="ADAL" clId="{2AEA685B-1534-46A1-B5A5-10E618C6580C}" dt="2025-09-30T06:06:51.429" v="58" actId="47"/>
        <pc:sldMkLst>
          <pc:docMk/>
          <pc:sldMk cId="0" sldId="485"/>
        </pc:sldMkLst>
      </pc:sldChg>
      <pc:sldChg chg="modSp add del mod modTransition">
        <pc:chgData name="Waqar Mehmood" userId="3292cbd2-f35e-49d9-bb56-09c1031ccaa8" providerId="ADAL" clId="{2AEA685B-1534-46A1-B5A5-10E618C6580C}" dt="2025-09-30T06:13:00.245" v="104" actId="47"/>
        <pc:sldMkLst>
          <pc:docMk/>
          <pc:sldMk cId="0" sldId="488"/>
        </pc:sldMkLst>
      </pc:sldChg>
      <pc:sldChg chg="modSp add del mod ord modTransition">
        <pc:chgData name="Waqar Mehmood" userId="3292cbd2-f35e-49d9-bb56-09c1031ccaa8" providerId="ADAL" clId="{2AEA685B-1534-46A1-B5A5-10E618C6580C}" dt="2025-10-05T12:45:40.198" v="2828" actId="47"/>
        <pc:sldMkLst>
          <pc:docMk/>
          <pc:sldMk cId="0" sldId="502"/>
        </pc:sldMkLst>
        <pc:spChg chg="mod">
          <ac:chgData name="Waqar Mehmood" userId="3292cbd2-f35e-49d9-bb56-09c1031ccaa8" providerId="ADAL" clId="{2AEA685B-1534-46A1-B5A5-10E618C6580C}" dt="2025-10-05T08:12:04.750" v="2824" actId="6549"/>
          <ac:spMkLst>
            <pc:docMk/>
            <pc:sldMk cId="0" sldId="502"/>
            <ac:spMk id="17411" creationId="{80D77FEB-F1D8-CD3D-012F-8D9D2CA16933}"/>
          </ac:spMkLst>
        </pc:spChg>
      </pc:sldChg>
      <pc:sldChg chg="del">
        <pc:chgData name="Waqar Mehmood" userId="3292cbd2-f35e-49d9-bb56-09c1031ccaa8" providerId="ADAL" clId="{2AEA685B-1534-46A1-B5A5-10E618C6580C}" dt="2025-09-30T06:01:57.337" v="2" actId="47"/>
        <pc:sldMkLst>
          <pc:docMk/>
          <pc:sldMk cId="3756381417" sldId="1172"/>
        </pc:sldMkLst>
      </pc:sldChg>
      <pc:sldChg chg="del">
        <pc:chgData name="Waqar Mehmood" userId="3292cbd2-f35e-49d9-bb56-09c1031ccaa8" providerId="ADAL" clId="{2AEA685B-1534-46A1-B5A5-10E618C6580C}" dt="2025-09-30T06:01:58.152" v="6" actId="47"/>
        <pc:sldMkLst>
          <pc:docMk/>
          <pc:sldMk cId="32295485" sldId="1180"/>
        </pc:sldMkLst>
      </pc:sldChg>
      <pc:sldChg chg="del">
        <pc:chgData name="Waqar Mehmood" userId="3292cbd2-f35e-49d9-bb56-09c1031ccaa8" providerId="ADAL" clId="{2AEA685B-1534-46A1-B5A5-10E618C6580C}" dt="2025-09-30T06:01:58.336" v="7" actId="47"/>
        <pc:sldMkLst>
          <pc:docMk/>
          <pc:sldMk cId="1346475856" sldId="1217"/>
        </pc:sldMkLst>
      </pc:sldChg>
      <pc:sldChg chg="del">
        <pc:chgData name="Waqar Mehmood" userId="3292cbd2-f35e-49d9-bb56-09c1031ccaa8" providerId="ADAL" clId="{2AEA685B-1534-46A1-B5A5-10E618C6580C}" dt="2025-09-30T06:01:57.763" v="4" actId="47"/>
        <pc:sldMkLst>
          <pc:docMk/>
          <pc:sldMk cId="3587466965" sldId="1221"/>
        </pc:sldMkLst>
      </pc:sldChg>
      <pc:sldChg chg="del">
        <pc:chgData name="Waqar Mehmood" userId="3292cbd2-f35e-49d9-bb56-09c1031ccaa8" providerId="ADAL" clId="{2AEA685B-1534-46A1-B5A5-10E618C6580C}" dt="2025-09-30T06:01:58.538" v="8" actId="47"/>
        <pc:sldMkLst>
          <pc:docMk/>
          <pc:sldMk cId="2666710057" sldId="1222"/>
        </pc:sldMkLst>
      </pc:sldChg>
      <pc:sldChg chg="add del">
        <pc:chgData name="Waqar Mehmood" userId="3292cbd2-f35e-49d9-bb56-09c1031ccaa8" providerId="ADAL" clId="{2AEA685B-1534-46A1-B5A5-10E618C6580C}" dt="2025-09-30T06:02:05.617" v="17" actId="47"/>
        <pc:sldMkLst>
          <pc:docMk/>
          <pc:sldMk cId="1978276288" sldId="1223"/>
        </pc:sldMkLst>
      </pc:sldChg>
      <pc:sldChg chg="addSp delSp add del mod">
        <pc:chgData name="Waqar Mehmood" userId="3292cbd2-f35e-49d9-bb56-09c1031ccaa8" providerId="ADAL" clId="{2AEA685B-1534-46A1-B5A5-10E618C6580C}" dt="2025-09-30T07:17:42.251" v="250" actId="47"/>
        <pc:sldMkLst>
          <pc:docMk/>
          <pc:sldMk cId="1189305116" sldId="1226"/>
        </pc:sldMkLst>
      </pc:sldChg>
      <pc:sldChg chg="modSp new del mod">
        <pc:chgData name="Waqar Mehmood" userId="3292cbd2-f35e-49d9-bb56-09c1031ccaa8" providerId="ADAL" clId="{2AEA685B-1534-46A1-B5A5-10E618C6580C}" dt="2025-10-03T10:45:01.983" v="2275" actId="47"/>
        <pc:sldMkLst>
          <pc:docMk/>
          <pc:sldMk cId="136546725" sldId="1227"/>
        </pc:sldMkLst>
      </pc:sldChg>
      <pc:sldChg chg="add del">
        <pc:chgData name="Waqar Mehmood" userId="3292cbd2-f35e-49d9-bb56-09c1031ccaa8" providerId="ADAL" clId="{2AEA685B-1534-46A1-B5A5-10E618C6580C}" dt="2025-09-30T06:04:10.901" v="33" actId="47"/>
        <pc:sldMkLst>
          <pc:docMk/>
          <pc:sldMk cId="0" sldId="1228"/>
        </pc:sldMkLst>
      </pc:sldChg>
      <pc:sldChg chg="modSp new del mod">
        <pc:chgData name="Waqar Mehmood" userId="3292cbd2-f35e-49d9-bb56-09c1031ccaa8" providerId="ADAL" clId="{2AEA685B-1534-46A1-B5A5-10E618C6580C}" dt="2025-10-05T06:33:18.312" v="2307" actId="47"/>
        <pc:sldMkLst>
          <pc:docMk/>
          <pc:sldMk cId="1372013936" sldId="1228"/>
        </pc:sldMkLst>
      </pc:sldChg>
      <pc:sldChg chg="add del">
        <pc:chgData name="Waqar Mehmood" userId="3292cbd2-f35e-49d9-bb56-09c1031ccaa8" providerId="ADAL" clId="{2AEA685B-1534-46A1-B5A5-10E618C6580C}" dt="2025-09-30T06:02:06.537" v="19" actId="47"/>
        <pc:sldMkLst>
          <pc:docMk/>
          <pc:sldMk cId="1853763500" sldId="1228"/>
        </pc:sldMkLst>
      </pc:sldChg>
      <pc:sldChg chg="modSp new del mod">
        <pc:chgData name="Waqar Mehmood" userId="3292cbd2-f35e-49d9-bb56-09c1031ccaa8" providerId="ADAL" clId="{2AEA685B-1534-46A1-B5A5-10E618C6580C}" dt="2025-09-30T07:22:36.517" v="258" actId="47"/>
        <pc:sldMkLst>
          <pc:docMk/>
          <pc:sldMk cId="28780998" sldId="1229"/>
        </pc:sldMkLst>
      </pc:sldChg>
      <pc:sldChg chg="add del">
        <pc:chgData name="Waqar Mehmood" userId="3292cbd2-f35e-49d9-bb56-09c1031ccaa8" providerId="ADAL" clId="{2AEA685B-1534-46A1-B5A5-10E618C6580C}" dt="2025-09-30T06:02:06.314" v="18" actId="47"/>
        <pc:sldMkLst>
          <pc:docMk/>
          <pc:sldMk cId="3857905794" sldId="1229"/>
        </pc:sldMkLst>
      </pc:sldChg>
      <pc:sldChg chg="del">
        <pc:chgData name="Waqar Mehmood" userId="3292cbd2-f35e-49d9-bb56-09c1031ccaa8" providerId="ADAL" clId="{2AEA685B-1534-46A1-B5A5-10E618C6580C}" dt="2025-09-30T06:02:07.601" v="24" actId="47"/>
        <pc:sldMkLst>
          <pc:docMk/>
          <pc:sldMk cId="3717989512" sldId="1230"/>
        </pc:sldMkLst>
      </pc:sldChg>
      <pc:sldChg chg="addSp delSp modSp new del mod ord">
        <pc:chgData name="Waqar Mehmood" userId="3292cbd2-f35e-49d9-bb56-09c1031ccaa8" providerId="ADAL" clId="{2AEA685B-1534-46A1-B5A5-10E618C6580C}" dt="2025-10-03T06:15:28.084" v="1747" actId="47"/>
        <pc:sldMkLst>
          <pc:docMk/>
          <pc:sldMk cId="3999839427" sldId="1230"/>
        </pc:sldMkLst>
      </pc:sldChg>
      <pc:sldChg chg="modSp new del mod ord">
        <pc:chgData name="Waqar Mehmood" userId="3292cbd2-f35e-49d9-bb56-09c1031ccaa8" providerId="ADAL" clId="{2AEA685B-1534-46A1-B5A5-10E618C6580C}" dt="2025-10-05T12:45:40.198" v="2828" actId="47"/>
        <pc:sldMkLst>
          <pc:docMk/>
          <pc:sldMk cId="445416071" sldId="1231"/>
        </pc:sldMkLst>
      </pc:sldChg>
      <pc:sldChg chg="del">
        <pc:chgData name="Waqar Mehmood" userId="3292cbd2-f35e-49d9-bb56-09c1031ccaa8" providerId="ADAL" clId="{2AEA685B-1534-46A1-B5A5-10E618C6580C}" dt="2025-09-30T06:02:08.216" v="25" actId="47"/>
        <pc:sldMkLst>
          <pc:docMk/>
          <pc:sldMk cId="3163342407" sldId="1231"/>
        </pc:sldMkLst>
      </pc:sldChg>
      <pc:sldChg chg="del">
        <pc:chgData name="Waqar Mehmood" userId="3292cbd2-f35e-49d9-bb56-09c1031ccaa8" providerId="ADAL" clId="{2AEA685B-1534-46A1-B5A5-10E618C6580C}" dt="2025-09-30T06:02:08.705" v="26" actId="47"/>
        <pc:sldMkLst>
          <pc:docMk/>
          <pc:sldMk cId="478245517" sldId="1232"/>
        </pc:sldMkLst>
      </pc:sldChg>
      <pc:sldChg chg="modSp new mod">
        <pc:chgData name="Waqar Mehmood" userId="3292cbd2-f35e-49d9-bb56-09c1031ccaa8" providerId="ADAL" clId="{2AEA685B-1534-46A1-B5A5-10E618C6580C}" dt="2025-10-05T07:55:31.875" v="2716" actId="6549"/>
        <pc:sldMkLst>
          <pc:docMk/>
          <pc:sldMk cId="1760107442" sldId="1232"/>
        </pc:sldMkLst>
        <pc:spChg chg="mod">
          <ac:chgData name="Waqar Mehmood" userId="3292cbd2-f35e-49d9-bb56-09c1031ccaa8" providerId="ADAL" clId="{2AEA685B-1534-46A1-B5A5-10E618C6580C}" dt="2025-09-30T06:19:38.961" v="183"/>
          <ac:spMkLst>
            <pc:docMk/>
            <pc:sldMk cId="1760107442" sldId="1232"/>
            <ac:spMk id="2" creationId="{C4FC9FAA-571F-1324-26E4-F7057E0E7667}"/>
          </ac:spMkLst>
        </pc:spChg>
        <pc:spChg chg="mod">
          <ac:chgData name="Waqar Mehmood" userId="3292cbd2-f35e-49d9-bb56-09c1031ccaa8" providerId="ADAL" clId="{2AEA685B-1534-46A1-B5A5-10E618C6580C}" dt="2025-10-05T07:55:31.875" v="2716" actId="6549"/>
          <ac:spMkLst>
            <pc:docMk/>
            <pc:sldMk cId="1760107442" sldId="1232"/>
            <ac:spMk id="3" creationId="{B203835E-AD0F-96EE-AF7D-48CEDFE133BC}"/>
          </ac:spMkLst>
        </pc:spChg>
      </pc:sldChg>
      <pc:sldChg chg="del">
        <pc:chgData name="Waqar Mehmood" userId="3292cbd2-f35e-49d9-bb56-09c1031ccaa8" providerId="ADAL" clId="{2AEA685B-1534-46A1-B5A5-10E618C6580C}" dt="2025-09-30T06:02:06.731" v="20" actId="47"/>
        <pc:sldMkLst>
          <pc:docMk/>
          <pc:sldMk cId="1729208761" sldId="1233"/>
        </pc:sldMkLst>
      </pc:sldChg>
      <pc:sldChg chg="addSp delSp modSp new del mod">
        <pc:chgData name="Waqar Mehmood" userId="3292cbd2-f35e-49d9-bb56-09c1031ccaa8" providerId="ADAL" clId="{2AEA685B-1534-46A1-B5A5-10E618C6580C}" dt="2025-10-05T12:45:40.198" v="2828" actId="47"/>
        <pc:sldMkLst>
          <pc:docMk/>
          <pc:sldMk cId="3408927863" sldId="1233"/>
        </pc:sldMkLst>
        <pc:spChg chg="mod">
          <ac:chgData name="Waqar Mehmood" userId="3292cbd2-f35e-49d9-bb56-09c1031ccaa8" providerId="ADAL" clId="{2AEA685B-1534-46A1-B5A5-10E618C6580C}" dt="2025-10-05T07:59:36.971" v="2750" actId="14100"/>
          <ac:spMkLst>
            <pc:docMk/>
            <pc:sldMk cId="3408927863" sldId="1233"/>
            <ac:spMk id="2" creationId="{F14DA19A-2C8B-B7A1-39C9-D130A142900B}"/>
          </ac:spMkLst>
        </pc:spChg>
        <pc:spChg chg="mod">
          <ac:chgData name="Waqar Mehmood" userId="3292cbd2-f35e-49d9-bb56-09c1031ccaa8" providerId="ADAL" clId="{2AEA685B-1534-46A1-B5A5-10E618C6580C}" dt="2025-10-05T08:09:00.594" v="2784" actId="108"/>
          <ac:spMkLst>
            <pc:docMk/>
            <pc:sldMk cId="3408927863" sldId="1233"/>
            <ac:spMk id="3" creationId="{0D071387-0FBD-921A-ECCC-4A1AEBA71CEC}"/>
          </ac:spMkLst>
        </pc:spChg>
      </pc:sldChg>
      <pc:sldChg chg="del">
        <pc:chgData name="Waqar Mehmood" userId="3292cbd2-f35e-49d9-bb56-09c1031ccaa8" providerId="ADAL" clId="{2AEA685B-1534-46A1-B5A5-10E618C6580C}" dt="2025-09-30T06:02:06.957" v="21" actId="47"/>
        <pc:sldMkLst>
          <pc:docMk/>
          <pc:sldMk cId="993242112" sldId="1234"/>
        </pc:sldMkLst>
      </pc:sldChg>
      <pc:sldChg chg="addSp modSp new del mod">
        <pc:chgData name="Waqar Mehmood" userId="3292cbd2-f35e-49d9-bb56-09c1031ccaa8" providerId="ADAL" clId="{2AEA685B-1534-46A1-B5A5-10E618C6580C}" dt="2025-10-05T08:07:03.314" v="2766" actId="47"/>
        <pc:sldMkLst>
          <pc:docMk/>
          <pc:sldMk cId="4055342735" sldId="1234"/>
        </pc:sldMkLst>
      </pc:sldChg>
      <pc:sldChg chg="del">
        <pc:chgData name="Waqar Mehmood" userId="3292cbd2-f35e-49d9-bb56-09c1031ccaa8" providerId="ADAL" clId="{2AEA685B-1534-46A1-B5A5-10E618C6580C}" dt="2025-09-30T06:02:07.165" v="22" actId="47"/>
        <pc:sldMkLst>
          <pc:docMk/>
          <pc:sldMk cId="4017803010" sldId="1235"/>
        </pc:sldMkLst>
      </pc:sldChg>
      <pc:sldChg chg="modSp new del mod ord">
        <pc:chgData name="Waqar Mehmood" userId="3292cbd2-f35e-49d9-bb56-09c1031ccaa8" providerId="ADAL" clId="{2AEA685B-1534-46A1-B5A5-10E618C6580C}" dt="2025-10-05T12:45:40.198" v="2828" actId="47"/>
        <pc:sldMkLst>
          <pc:docMk/>
          <pc:sldMk cId="4250779109" sldId="1235"/>
        </pc:sldMkLst>
        <pc:spChg chg="mod">
          <ac:chgData name="Waqar Mehmood" userId="3292cbd2-f35e-49d9-bb56-09c1031ccaa8" providerId="ADAL" clId="{2AEA685B-1534-46A1-B5A5-10E618C6580C}" dt="2025-10-05T08:15:57.114" v="2826" actId="20577"/>
          <ac:spMkLst>
            <pc:docMk/>
            <pc:sldMk cId="4250779109" sldId="1235"/>
            <ac:spMk id="3" creationId="{410A7D7A-FAB4-6373-C6EA-F173ED537638}"/>
          </ac:spMkLst>
        </pc:spChg>
      </pc:sldChg>
      <pc:sldChg chg="modSp new mod">
        <pc:chgData name="Waqar Mehmood" userId="3292cbd2-f35e-49d9-bb56-09c1031ccaa8" providerId="ADAL" clId="{2AEA685B-1534-46A1-B5A5-10E618C6580C}" dt="2025-10-03T10:33:43.714" v="2042" actId="6549"/>
        <pc:sldMkLst>
          <pc:docMk/>
          <pc:sldMk cId="2500367892" sldId="1236"/>
        </pc:sldMkLst>
        <pc:spChg chg="mod">
          <ac:chgData name="Waqar Mehmood" userId="3292cbd2-f35e-49d9-bb56-09c1031ccaa8" providerId="ADAL" clId="{2AEA685B-1534-46A1-B5A5-10E618C6580C}" dt="2025-09-30T07:39:37.541" v="302" actId="20577"/>
          <ac:spMkLst>
            <pc:docMk/>
            <pc:sldMk cId="2500367892" sldId="1236"/>
            <ac:spMk id="2" creationId="{CA1556A9-499C-37AD-B7B0-B59D3A168FF3}"/>
          </ac:spMkLst>
        </pc:spChg>
        <pc:spChg chg="mod">
          <ac:chgData name="Waqar Mehmood" userId="3292cbd2-f35e-49d9-bb56-09c1031ccaa8" providerId="ADAL" clId="{2AEA685B-1534-46A1-B5A5-10E618C6580C}" dt="2025-10-03T10:33:43.714" v="2042" actId="6549"/>
          <ac:spMkLst>
            <pc:docMk/>
            <pc:sldMk cId="2500367892" sldId="1236"/>
            <ac:spMk id="3" creationId="{1D512049-4E10-12C3-F154-846AB7B2CD27}"/>
          </ac:spMkLst>
        </pc:spChg>
      </pc:sldChg>
      <pc:sldChg chg="del">
        <pc:chgData name="Waqar Mehmood" userId="3292cbd2-f35e-49d9-bb56-09c1031ccaa8" providerId="ADAL" clId="{2AEA685B-1534-46A1-B5A5-10E618C6580C}" dt="2025-09-30T06:02:07.375" v="23" actId="47"/>
        <pc:sldMkLst>
          <pc:docMk/>
          <pc:sldMk cId="3778061212" sldId="1236"/>
        </pc:sldMkLst>
      </pc:sldChg>
      <pc:sldChg chg="addSp delSp modSp new mod ord">
        <pc:chgData name="Waqar Mehmood" userId="3292cbd2-f35e-49d9-bb56-09c1031ccaa8" providerId="ADAL" clId="{2AEA685B-1534-46A1-B5A5-10E618C6580C}" dt="2025-10-05T07:58:40.164" v="2743" actId="14100"/>
        <pc:sldMkLst>
          <pc:docMk/>
          <pc:sldMk cId="858927989" sldId="1237"/>
        </pc:sldMkLst>
        <pc:spChg chg="mod">
          <ac:chgData name="Waqar Mehmood" userId="3292cbd2-f35e-49d9-bb56-09c1031ccaa8" providerId="ADAL" clId="{2AEA685B-1534-46A1-B5A5-10E618C6580C}" dt="2025-10-05T07:57:34.586" v="2733" actId="14100"/>
          <ac:spMkLst>
            <pc:docMk/>
            <pc:sldMk cId="858927989" sldId="1237"/>
            <ac:spMk id="2" creationId="{FFFB2066-3D94-7D1D-A655-E51885922EB1}"/>
          </ac:spMkLst>
        </pc:spChg>
        <pc:spChg chg="add del mod">
          <ac:chgData name="Waqar Mehmood" userId="3292cbd2-f35e-49d9-bb56-09c1031ccaa8" providerId="ADAL" clId="{2AEA685B-1534-46A1-B5A5-10E618C6580C}" dt="2025-10-05T07:57:40.532" v="2735" actId="14100"/>
          <ac:spMkLst>
            <pc:docMk/>
            <pc:sldMk cId="858927989" sldId="1237"/>
            <ac:spMk id="3" creationId="{DA4FCA9D-A3E9-1DA1-0A23-7995B335B57F}"/>
          </ac:spMkLst>
        </pc:spChg>
        <pc:graphicFrameChg chg="add del mod modGraphic">
          <ac:chgData name="Waqar Mehmood" userId="3292cbd2-f35e-49d9-bb56-09c1031ccaa8" providerId="ADAL" clId="{2AEA685B-1534-46A1-B5A5-10E618C6580C}" dt="2025-10-05T07:58:24.271" v="2738" actId="478"/>
          <ac:graphicFrameMkLst>
            <pc:docMk/>
            <pc:sldMk cId="858927989" sldId="1237"/>
            <ac:graphicFrameMk id="5" creationId="{54356A1D-1CC8-AFB1-9C22-3A6654460637}"/>
          </ac:graphicFrameMkLst>
        </pc:graphicFrameChg>
        <pc:picChg chg="add mod">
          <ac:chgData name="Waqar Mehmood" userId="3292cbd2-f35e-49d9-bb56-09c1031ccaa8" providerId="ADAL" clId="{2AEA685B-1534-46A1-B5A5-10E618C6580C}" dt="2025-10-05T07:58:40.164" v="2743" actId="14100"/>
          <ac:picMkLst>
            <pc:docMk/>
            <pc:sldMk cId="858927989" sldId="1237"/>
            <ac:picMk id="6" creationId="{3E104D07-96BE-D6C5-EB23-BC740FA6BB01}"/>
          </ac:picMkLst>
        </pc:picChg>
      </pc:sldChg>
      <pc:sldChg chg="addSp delSp modSp new del mod">
        <pc:chgData name="Waqar Mehmood" userId="3292cbd2-f35e-49d9-bb56-09c1031ccaa8" providerId="ADAL" clId="{2AEA685B-1534-46A1-B5A5-10E618C6580C}" dt="2025-09-30T07:57:30.602" v="604" actId="2696"/>
        <pc:sldMkLst>
          <pc:docMk/>
          <pc:sldMk cId="3441364041" sldId="1238"/>
        </pc:sldMkLst>
      </pc:sldChg>
      <pc:sldChg chg="modSp add del mod">
        <pc:chgData name="Waqar Mehmood" userId="3292cbd2-f35e-49d9-bb56-09c1031ccaa8" providerId="ADAL" clId="{2AEA685B-1534-46A1-B5A5-10E618C6580C}" dt="2025-09-30T07:58:54.485" v="629" actId="47"/>
        <pc:sldMkLst>
          <pc:docMk/>
          <pc:sldMk cId="3888947540" sldId="1238"/>
        </pc:sldMkLst>
      </pc:sldChg>
      <pc:sldChg chg="modSp new del mod">
        <pc:chgData name="Waqar Mehmood" userId="3292cbd2-f35e-49d9-bb56-09c1031ccaa8" providerId="ADAL" clId="{2AEA685B-1534-46A1-B5A5-10E618C6580C}" dt="2025-10-05T12:45:40.198" v="2828" actId="47"/>
        <pc:sldMkLst>
          <pc:docMk/>
          <pc:sldMk cId="4174536429" sldId="1238"/>
        </pc:sldMkLst>
      </pc:sldChg>
      <pc:sldChg chg="modSp new del mod">
        <pc:chgData name="Waqar Mehmood" userId="3292cbd2-f35e-49d9-bb56-09c1031ccaa8" providerId="ADAL" clId="{2AEA685B-1534-46A1-B5A5-10E618C6580C}" dt="2025-10-05T12:45:40.198" v="2828" actId="47"/>
        <pc:sldMkLst>
          <pc:docMk/>
          <pc:sldMk cId="168070923" sldId="1239"/>
        </pc:sldMkLst>
      </pc:sldChg>
      <pc:sldChg chg="modSp new del mod">
        <pc:chgData name="Waqar Mehmood" userId="3292cbd2-f35e-49d9-bb56-09c1031ccaa8" providerId="ADAL" clId="{2AEA685B-1534-46A1-B5A5-10E618C6580C}" dt="2025-10-03T06:11:38.722" v="1730" actId="47"/>
        <pc:sldMkLst>
          <pc:docMk/>
          <pc:sldMk cId="3674467131" sldId="1239"/>
        </pc:sldMkLst>
      </pc:sldChg>
      <pc:sldChg chg="addSp modSp new del">
        <pc:chgData name="Waqar Mehmood" userId="3292cbd2-f35e-49d9-bb56-09c1031ccaa8" providerId="ADAL" clId="{2AEA685B-1534-46A1-B5A5-10E618C6580C}" dt="2025-10-03T06:11:38.722" v="1730" actId="47"/>
        <pc:sldMkLst>
          <pc:docMk/>
          <pc:sldMk cId="2213539235" sldId="1240"/>
        </pc:sldMkLst>
      </pc:sldChg>
      <pc:sldChg chg="modSp new del mod">
        <pc:chgData name="Waqar Mehmood" userId="3292cbd2-f35e-49d9-bb56-09c1031ccaa8" providerId="ADAL" clId="{2AEA685B-1534-46A1-B5A5-10E618C6580C}" dt="2025-10-05T12:45:40.198" v="2828" actId="47"/>
        <pc:sldMkLst>
          <pc:docMk/>
          <pc:sldMk cId="2395799554" sldId="1240"/>
        </pc:sldMkLst>
      </pc:sldChg>
      <pc:sldChg chg="addSp delSp modSp new del mod">
        <pc:chgData name="Waqar Mehmood" userId="3292cbd2-f35e-49d9-bb56-09c1031ccaa8" providerId="ADAL" clId="{2AEA685B-1534-46A1-B5A5-10E618C6580C}" dt="2025-10-05T12:45:40.198" v="2828" actId="47"/>
        <pc:sldMkLst>
          <pc:docMk/>
          <pc:sldMk cId="515117915" sldId="1241"/>
        </pc:sldMkLst>
      </pc:sldChg>
      <pc:sldChg chg="modSp new del mod">
        <pc:chgData name="Waqar Mehmood" userId="3292cbd2-f35e-49d9-bb56-09c1031ccaa8" providerId="ADAL" clId="{2AEA685B-1534-46A1-B5A5-10E618C6580C}" dt="2025-10-03T06:11:38.722" v="1730" actId="47"/>
        <pc:sldMkLst>
          <pc:docMk/>
          <pc:sldMk cId="2035120469" sldId="1241"/>
        </pc:sldMkLst>
      </pc:sldChg>
      <pc:sldChg chg="modSp new del mod">
        <pc:chgData name="Waqar Mehmood" userId="3292cbd2-f35e-49d9-bb56-09c1031ccaa8" providerId="ADAL" clId="{2AEA685B-1534-46A1-B5A5-10E618C6580C}" dt="2025-10-05T12:45:40.198" v="2828" actId="47"/>
        <pc:sldMkLst>
          <pc:docMk/>
          <pc:sldMk cId="2766647399" sldId="1242"/>
        </pc:sldMkLst>
      </pc:sldChg>
      <pc:sldChg chg="modSp new del mod">
        <pc:chgData name="Waqar Mehmood" userId="3292cbd2-f35e-49d9-bb56-09c1031ccaa8" providerId="ADAL" clId="{2AEA685B-1534-46A1-B5A5-10E618C6580C}" dt="2025-10-03T06:11:38.722" v="1730" actId="47"/>
        <pc:sldMkLst>
          <pc:docMk/>
          <pc:sldMk cId="3118720040" sldId="1242"/>
        </pc:sldMkLst>
      </pc:sldChg>
      <pc:sldChg chg="modSp new del mod">
        <pc:chgData name="Waqar Mehmood" userId="3292cbd2-f35e-49d9-bb56-09c1031ccaa8" providerId="ADAL" clId="{2AEA685B-1534-46A1-B5A5-10E618C6580C}" dt="2025-10-05T12:45:40.198" v="2828" actId="47"/>
        <pc:sldMkLst>
          <pc:docMk/>
          <pc:sldMk cId="599322232" sldId="1243"/>
        </pc:sldMkLst>
      </pc:sldChg>
      <pc:sldChg chg="modSp new del mod">
        <pc:chgData name="Waqar Mehmood" userId="3292cbd2-f35e-49d9-bb56-09c1031ccaa8" providerId="ADAL" clId="{2AEA685B-1534-46A1-B5A5-10E618C6580C}" dt="2025-10-03T06:11:38.722" v="1730" actId="47"/>
        <pc:sldMkLst>
          <pc:docMk/>
          <pc:sldMk cId="1772954151" sldId="1243"/>
        </pc:sldMkLst>
      </pc:sldChg>
      <pc:sldChg chg="addSp delSp modSp new del mod">
        <pc:chgData name="Waqar Mehmood" userId="3292cbd2-f35e-49d9-bb56-09c1031ccaa8" providerId="ADAL" clId="{2AEA685B-1534-46A1-B5A5-10E618C6580C}" dt="2025-10-05T12:45:40.198" v="2828" actId="47"/>
        <pc:sldMkLst>
          <pc:docMk/>
          <pc:sldMk cId="116346096" sldId="1244"/>
        </pc:sldMkLst>
      </pc:sldChg>
      <pc:sldChg chg="modSp new del mod">
        <pc:chgData name="Waqar Mehmood" userId="3292cbd2-f35e-49d9-bb56-09c1031ccaa8" providerId="ADAL" clId="{2AEA685B-1534-46A1-B5A5-10E618C6580C}" dt="2025-10-03T06:11:38.722" v="1730" actId="47"/>
        <pc:sldMkLst>
          <pc:docMk/>
          <pc:sldMk cId="3917109091" sldId="1244"/>
        </pc:sldMkLst>
      </pc:sldChg>
      <pc:sldChg chg="modSp new del mod">
        <pc:chgData name="Waqar Mehmood" userId="3292cbd2-f35e-49d9-bb56-09c1031ccaa8" providerId="ADAL" clId="{2AEA685B-1534-46A1-B5A5-10E618C6580C}" dt="2025-10-05T12:45:40.198" v="2828" actId="47"/>
        <pc:sldMkLst>
          <pc:docMk/>
          <pc:sldMk cId="3139816805" sldId="1245"/>
        </pc:sldMkLst>
      </pc:sldChg>
      <pc:sldChg chg="addSp delSp modSp new del mod">
        <pc:chgData name="Waqar Mehmood" userId="3292cbd2-f35e-49d9-bb56-09c1031ccaa8" providerId="ADAL" clId="{2AEA685B-1534-46A1-B5A5-10E618C6580C}" dt="2025-10-03T06:11:38.722" v="1730" actId="47"/>
        <pc:sldMkLst>
          <pc:docMk/>
          <pc:sldMk cId="3778933816" sldId="1245"/>
        </pc:sldMkLst>
      </pc:sldChg>
      <pc:sldChg chg="addSp modSp new del">
        <pc:chgData name="Waqar Mehmood" userId="3292cbd2-f35e-49d9-bb56-09c1031ccaa8" providerId="ADAL" clId="{2AEA685B-1534-46A1-B5A5-10E618C6580C}" dt="2025-10-03T06:11:38.722" v="1730" actId="47"/>
        <pc:sldMkLst>
          <pc:docMk/>
          <pc:sldMk cId="627315812" sldId="1246"/>
        </pc:sldMkLst>
      </pc:sldChg>
      <pc:sldChg chg="modSp new del mod">
        <pc:chgData name="Waqar Mehmood" userId="3292cbd2-f35e-49d9-bb56-09c1031ccaa8" providerId="ADAL" clId="{2AEA685B-1534-46A1-B5A5-10E618C6580C}" dt="2025-10-05T12:45:40.198" v="2828" actId="47"/>
        <pc:sldMkLst>
          <pc:docMk/>
          <pc:sldMk cId="3367595410" sldId="1246"/>
        </pc:sldMkLst>
      </pc:sldChg>
      <pc:sldChg chg="addSp modSp new del">
        <pc:chgData name="Waqar Mehmood" userId="3292cbd2-f35e-49d9-bb56-09c1031ccaa8" providerId="ADAL" clId="{2AEA685B-1534-46A1-B5A5-10E618C6580C}" dt="2025-10-03T06:11:38.722" v="1730" actId="47"/>
        <pc:sldMkLst>
          <pc:docMk/>
          <pc:sldMk cId="1487751703" sldId="1247"/>
        </pc:sldMkLst>
      </pc:sldChg>
      <pc:sldChg chg="addSp modSp new del mod">
        <pc:chgData name="Waqar Mehmood" userId="3292cbd2-f35e-49d9-bb56-09c1031ccaa8" providerId="ADAL" clId="{2AEA685B-1534-46A1-B5A5-10E618C6580C}" dt="2025-10-05T12:45:40.198" v="2828" actId="47"/>
        <pc:sldMkLst>
          <pc:docMk/>
          <pc:sldMk cId="2153435045" sldId="1247"/>
        </pc:sldMkLst>
      </pc:sldChg>
      <pc:sldChg chg="modSp new del mod ord">
        <pc:chgData name="Waqar Mehmood" userId="3292cbd2-f35e-49d9-bb56-09c1031ccaa8" providerId="ADAL" clId="{2AEA685B-1534-46A1-B5A5-10E618C6580C}" dt="2025-10-03T06:11:38.722" v="1730" actId="47"/>
        <pc:sldMkLst>
          <pc:docMk/>
          <pc:sldMk cId="1635820585" sldId="1248"/>
        </pc:sldMkLst>
      </pc:sldChg>
      <pc:sldChg chg="modSp new del mod">
        <pc:chgData name="Waqar Mehmood" userId="3292cbd2-f35e-49d9-bb56-09c1031ccaa8" providerId="ADAL" clId="{2AEA685B-1534-46A1-B5A5-10E618C6580C}" dt="2025-10-05T12:45:40.198" v="2828" actId="47"/>
        <pc:sldMkLst>
          <pc:docMk/>
          <pc:sldMk cId="2922570844" sldId="1248"/>
        </pc:sldMkLst>
      </pc:sldChg>
      <pc:sldChg chg="modSp new del mod">
        <pc:chgData name="Waqar Mehmood" userId="3292cbd2-f35e-49d9-bb56-09c1031ccaa8" providerId="ADAL" clId="{2AEA685B-1534-46A1-B5A5-10E618C6580C}" dt="2025-10-05T12:45:40.198" v="2828" actId="47"/>
        <pc:sldMkLst>
          <pc:docMk/>
          <pc:sldMk cId="1720842306" sldId="1249"/>
        </pc:sldMkLst>
      </pc:sldChg>
      <pc:sldChg chg="modSp new del mod">
        <pc:chgData name="Waqar Mehmood" userId="3292cbd2-f35e-49d9-bb56-09c1031ccaa8" providerId="ADAL" clId="{2AEA685B-1534-46A1-B5A5-10E618C6580C}" dt="2025-10-05T12:45:40.198" v="2828" actId="47"/>
        <pc:sldMkLst>
          <pc:docMk/>
          <pc:sldMk cId="3266226217" sldId="1250"/>
        </pc:sldMkLst>
        <pc:spChg chg="mod">
          <ac:chgData name="Waqar Mehmood" userId="3292cbd2-f35e-49d9-bb56-09c1031ccaa8" providerId="ADAL" clId="{2AEA685B-1534-46A1-B5A5-10E618C6580C}" dt="2025-10-05T07:23:26.726" v="2542" actId="20577"/>
          <ac:spMkLst>
            <pc:docMk/>
            <pc:sldMk cId="3266226217" sldId="1250"/>
            <ac:spMk id="3" creationId="{02E55A30-7E27-0767-1823-776A3AFB43CE}"/>
          </ac:spMkLst>
        </pc:spChg>
      </pc:sldChg>
      <pc:sldChg chg="modSp new del mod ord">
        <pc:chgData name="Waqar Mehmood" userId="3292cbd2-f35e-49d9-bb56-09c1031ccaa8" providerId="ADAL" clId="{2AEA685B-1534-46A1-B5A5-10E618C6580C}" dt="2025-10-05T07:54:37.974" v="2705" actId="47"/>
        <pc:sldMkLst>
          <pc:docMk/>
          <pc:sldMk cId="647662192" sldId="1251"/>
        </pc:sldMkLst>
      </pc:sldChg>
      <pc:sldChg chg="addSp modSp new mod ord">
        <pc:chgData name="Waqar Mehmood" userId="3292cbd2-f35e-49d9-bb56-09c1031ccaa8" providerId="ADAL" clId="{2AEA685B-1534-46A1-B5A5-10E618C6580C}" dt="2025-10-05T06:32:53.911" v="2304"/>
        <pc:sldMkLst>
          <pc:docMk/>
          <pc:sldMk cId="3575043780" sldId="1252"/>
        </pc:sldMkLst>
        <pc:spChg chg="mod">
          <ac:chgData name="Waqar Mehmood" userId="3292cbd2-f35e-49d9-bb56-09c1031ccaa8" providerId="ADAL" clId="{2AEA685B-1534-46A1-B5A5-10E618C6580C}" dt="2025-10-03T10:42:15.787" v="2244" actId="20577"/>
          <ac:spMkLst>
            <pc:docMk/>
            <pc:sldMk cId="3575043780" sldId="1252"/>
            <ac:spMk id="2" creationId="{9AB46D97-4460-3619-0A19-62FA6D0ED7F3}"/>
          </ac:spMkLst>
        </pc:spChg>
        <pc:picChg chg="add mod">
          <ac:chgData name="Waqar Mehmood" userId="3292cbd2-f35e-49d9-bb56-09c1031ccaa8" providerId="ADAL" clId="{2AEA685B-1534-46A1-B5A5-10E618C6580C}" dt="2025-10-03T10:42:10.033" v="2225" actId="1076"/>
          <ac:picMkLst>
            <pc:docMk/>
            <pc:sldMk cId="3575043780" sldId="1252"/>
            <ac:picMk id="5" creationId="{2F785790-E587-3F18-33F2-0B6598FCDC60}"/>
          </ac:picMkLst>
        </pc:picChg>
      </pc:sldChg>
      <pc:sldChg chg="addSp modSp new mod ord">
        <pc:chgData name="Waqar Mehmood" userId="3292cbd2-f35e-49d9-bb56-09c1031ccaa8" providerId="ADAL" clId="{2AEA685B-1534-46A1-B5A5-10E618C6580C}" dt="2025-10-05T07:51:08.166" v="2644" actId="20577"/>
        <pc:sldMkLst>
          <pc:docMk/>
          <pc:sldMk cId="2076169657" sldId="1253"/>
        </pc:sldMkLst>
        <pc:spChg chg="mod">
          <ac:chgData name="Waqar Mehmood" userId="3292cbd2-f35e-49d9-bb56-09c1031ccaa8" providerId="ADAL" clId="{2AEA685B-1534-46A1-B5A5-10E618C6580C}" dt="2025-10-05T07:51:08.166" v="2644" actId="20577"/>
          <ac:spMkLst>
            <pc:docMk/>
            <pc:sldMk cId="2076169657" sldId="1253"/>
            <ac:spMk id="2" creationId="{62CB8E61-FCE2-042B-6098-25CCB8D3D2E6}"/>
          </ac:spMkLst>
        </pc:spChg>
        <pc:spChg chg="mod">
          <ac:chgData name="Waqar Mehmood" userId="3292cbd2-f35e-49d9-bb56-09c1031ccaa8" providerId="ADAL" clId="{2AEA685B-1534-46A1-B5A5-10E618C6580C}" dt="2025-10-05T07:23:57.826" v="2565" actId="20577"/>
          <ac:spMkLst>
            <pc:docMk/>
            <pc:sldMk cId="2076169657" sldId="1253"/>
            <ac:spMk id="3" creationId="{2E263C4D-98F1-D7F1-55C2-F2BB0F250B6B}"/>
          </ac:spMkLst>
        </pc:spChg>
        <pc:picChg chg="add mod">
          <ac:chgData name="Waqar Mehmood" userId="3292cbd2-f35e-49d9-bb56-09c1031ccaa8" providerId="ADAL" clId="{2AEA685B-1534-46A1-B5A5-10E618C6580C}" dt="2025-10-05T07:24:28.357" v="2575" actId="1076"/>
          <ac:picMkLst>
            <pc:docMk/>
            <pc:sldMk cId="2076169657" sldId="1253"/>
            <ac:picMk id="5" creationId="{8DACBDFE-D46C-49CD-F027-D570C8AD655B}"/>
          </ac:picMkLst>
        </pc:picChg>
        <pc:picChg chg="add mod">
          <ac:chgData name="Waqar Mehmood" userId="3292cbd2-f35e-49d9-bb56-09c1031ccaa8" providerId="ADAL" clId="{2AEA685B-1534-46A1-B5A5-10E618C6580C}" dt="2025-10-05T07:24:29.995" v="2576" actId="1076"/>
          <ac:picMkLst>
            <pc:docMk/>
            <pc:sldMk cId="2076169657" sldId="1253"/>
            <ac:picMk id="7" creationId="{A21DC4C9-59B2-600E-8646-AB32491B50F7}"/>
          </ac:picMkLst>
        </pc:picChg>
      </pc:sldChg>
      <pc:sldChg chg="addSp modSp new mod ord">
        <pc:chgData name="Waqar Mehmood" userId="3292cbd2-f35e-49d9-bb56-09c1031ccaa8" providerId="ADAL" clId="{2AEA685B-1534-46A1-B5A5-10E618C6580C}" dt="2025-10-05T07:53:04.703" v="2694"/>
        <pc:sldMkLst>
          <pc:docMk/>
          <pc:sldMk cId="3281048891" sldId="1254"/>
        </pc:sldMkLst>
        <pc:spChg chg="mod">
          <ac:chgData name="Waqar Mehmood" userId="3292cbd2-f35e-49d9-bb56-09c1031ccaa8" providerId="ADAL" clId="{2AEA685B-1534-46A1-B5A5-10E618C6580C}" dt="2025-10-05T07:53:04.703" v="2694"/>
          <ac:spMkLst>
            <pc:docMk/>
            <pc:sldMk cId="3281048891" sldId="1254"/>
            <ac:spMk id="2" creationId="{03DB91CD-025A-D1AA-0E21-300C5B970D8B}"/>
          </ac:spMkLst>
        </pc:spChg>
        <pc:picChg chg="add mod">
          <ac:chgData name="Waqar Mehmood" userId="3292cbd2-f35e-49d9-bb56-09c1031ccaa8" providerId="ADAL" clId="{2AEA685B-1534-46A1-B5A5-10E618C6580C}" dt="2025-10-03T10:50:06.967" v="2287" actId="1076"/>
          <ac:picMkLst>
            <pc:docMk/>
            <pc:sldMk cId="3281048891" sldId="1254"/>
            <ac:picMk id="5" creationId="{EB1F86A9-8B21-3197-4611-C459CA45312F}"/>
          </ac:picMkLst>
        </pc:picChg>
      </pc:sldChg>
      <pc:sldChg chg="addSp modSp new mod">
        <pc:chgData name="Waqar Mehmood" userId="3292cbd2-f35e-49d9-bb56-09c1031ccaa8" providerId="ADAL" clId="{2AEA685B-1534-46A1-B5A5-10E618C6580C}" dt="2025-10-05T07:11:39.523" v="2448"/>
        <pc:sldMkLst>
          <pc:docMk/>
          <pc:sldMk cId="3604478504" sldId="1255"/>
        </pc:sldMkLst>
        <pc:spChg chg="mod">
          <ac:chgData name="Waqar Mehmood" userId="3292cbd2-f35e-49d9-bb56-09c1031ccaa8" providerId="ADAL" clId="{2AEA685B-1534-46A1-B5A5-10E618C6580C}" dt="2025-10-05T07:11:32.921" v="2446" actId="21"/>
          <ac:spMkLst>
            <pc:docMk/>
            <pc:sldMk cId="3604478504" sldId="1255"/>
            <ac:spMk id="2" creationId="{7BB5B666-93EA-D318-06CA-EAF24C8F718B}"/>
          </ac:spMkLst>
        </pc:spChg>
        <pc:spChg chg="mod">
          <ac:chgData name="Waqar Mehmood" userId="3292cbd2-f35e-49d9-bb56-09c1031ccaa8" providerId="ADAL" clId="{2AEA685B-1534-46A1-B5A5-10E618C6580C}" dt="2025-10-05T07:11:39.523" v="2448"/>
          <ac:spMkLst>
            <pc:docMk/>
            <pc:sldMk cId="3604478504" sldId="1255"/>
            <ac:spMk id="3" creationId="{A72986E8-A852-8144-884B-36DA0C9CFDBA}"/>
          </ac:spMkLst>
        </pc:spChg>
        <pc:spChg chg="add mod">
          <ac:chgData name="Waqar Mehmood" userId="3292cbd2-f35e-49d9-bb56-09c1031ccaa8" providerId="ADAL" clId="{2AEA685B-1534-46A1-B5A5-10E618C6580C}" dt="2025-10-05T06:38:58.004" v="2395" actId="108"/>
          <ac:spMkLst>
            <pc:docMk/>
            <pc:sldMk cId="3604478504" sldId="1255"/>
            <ac:spMk id="4" creationId="{D2516F7C-2E40-0969-816F-BE7A56250CA0}"/>
          </ac:spMkLst>
        </pc:spChg>
      </pc:sldChg>
      <pc:sldChg chg="modSp new mod">
        <pc:chgData name="Waqar Mehmood" userId="3292cbd2-f35e-49d9-bb56-09c1031ccaa8" providerId="ADAL" clId="{2AEA685B-1534-46A1-B5A5-10E618C6580C}" dt="2025-10-05T07:53:47.443" v="2703"/>
        <pc:sldMkLst>
          <pc:docMk/>
          <pc:sldMk cId="3060892134" sldId="1256"/>
        </pc:sldMkLst>
        <pc:spChg chg="mod">
          <ac:chgData name="Waqar Mehmood" userId="3292cbd2-f35e-49d9-bb56-09c1031ccaa8" providerId="ADAL" clId="{2AEA685B-1534-46A1-B5A5-10E618C6580C}" dt="2025-10-05T06:40:02.630" v="2426" actId="20577"/>
          <ac:spMkLst>
            <pc:docMk/>
            <pc:sldMk cId="3060892134" sldId="1256"/>
            <ac:spMk id="2" creationId="{FF10BEB4-5407-951B-A47F-A13A176A0869}"/>
          </ac:spMkLst>
        </pc:spChg>
        <pc:spChg chg="mod">
          <ac:chgData name="Waqar Mehmood" userId="3292cbd2-f35e-49d9-bb56-09c1031ccaa8" providerId="ADAL" clId="{2AEA685B-1534-46A1-B5A5-10E618C6580C}" dt="2025-10-05T07:53:47.443" v="2703"/>
          <ac:spMkLst>
            <pc:docMk/>
            <pc:sldMk cId="3060892134" sldId="1256"/>
            <ac:spMk id="3" creationId="{D9C649DB-75DD-E2C7-2C02-B8494E4B8609}"/>
          </ac:spMkLst>
        </pc:spChg>
      </pc:sldChg>
      <pc:sldChg chg="modSp new mod">
        <pc:chgData name="Waqar Mehmood" userId="3292cbd2-f35e-49d9-bb56-09c1031ccaa8" providerId="ADAL" clId="{2AEA685B-1534-46A1-B5A5-10E618C6580C}" dt="2025-10-05T07:12:34.439" v="2467" actId="20577"/>
        <pc:sldMkLst>
          <pc:docMk/>
          <pc:sldMk cId="829837282" sldId="1257"/>
        </pc:sldMkLst>
        <pc:spChg chg="mod">
          <ac:chgData name="Waqar Mehmood" userId="3292cbd2-f35e-49d9-bb56-09c1031ccaa8" providerId="ADAL" clId="{2AEA685B-1534-46A1-B5A5-10E618C6580C}" dt="2025-10-05T06:44:25.313" v="2444"/>
          <ac:spMkLst>
            <pc:docMk/>
            <pc:sldMk cId="829837282" sldId="1257"/>
            <ac:spMk id="2" creationId="{D9A54EE5-E7EE-AE1A-2A4D-E49F50483A8F}"/>
          </ac:spMkLst>
        </pc:spChg>
        <pc:spChg chg="mod">
          <ac:chgData name="Waqar Mehmood" userId="3292cbd2-f35e-49d9-bb56-09c1031ccaa8" providerId="ADAL" clId="{2AEA685B-1534-46A1-B5A5-10E618C6580C}" dt="2025-10-05T07:12:34.439" v="2467" actId="20577"/>
          <ac:spMkLst>
            <pc:docMk/>
            <pc:sldMk cId="829837282" sldId="1257"/>
            <ac:spMk id="3" creationId="{5024EEFA-D752-CFED-9852-E1BB55E24829}"/>
          </ac:spMkLst>
        </pc:spChg>
      </pc:sldChg>
      <pc:sldChg chg="new add del">
        <pc:chgData name="Waqar Mehmood" userId="3292cbd2-f35e-49d9-bb56-09c1031ccaa8" providerId="ADAL" clId="{2AEA685B-1534-46A1-B5A5-10E618C6580C}" dt="2025-10-05T07:24:09.549" v="2569" actId="47"/>
        <pc:sldMkLst>
          <pc:docMk/>
          <pc:sldMk cId="2263619350" sldId="1258"/>
        </pc:sldMkLst>
      </pc:sldChg>
      <pc:sldChg chg="add del">
        <pc:chgData name="Waqar Mehmood" userId="3292cbd2-f35e-49d9-bb56-09c1031ccaa8" providerId="ADAL" clId="{2AEA685B-1534-46A1-B5A5-10E618C6580C}" dt="2025-10-05T12:45:40.198" v="2828" actId="47"/>
        <pc:sldMkLst>
          <pc:docMk/>
          <pc:sldMk cId="1772954151" sldId="1259"/>
        </pc:sldMkLst>
      </pc:sldChg>
      <pc:sldChg chg="addSp delSp modSp new mod">
        <pc:chgData name="Waqar Mehmood" userId="3292cbd2-f35e-49d9-bb56-09c1031ccaa8" providerId="ADAL" clId="{2AEA685B-1534-46A1-B5A5-10E618C6580C}" dt="2025-10-05T07:44:30.949" v="2619" actId="14100"/>
        <pc:sldMkLst>
          <pc:docMk/>
          <pc:sldMk cId="418711257" sldId="1260"/>
        </pc:sldMkLst>
        <pc:spChg chg="mod">
          <ac:chgData name="Waqar Mehmood" userId="3292cbd2-f35e-49d9-bb56-09c1031ccaa8" providerId="ADAL" clId="{2AEA685B-1534-46A1-B5A5-10E618C6580C}" dt="2025-10-05T07:28:23.156" v="2599"/>
          <ac:spMkLst>
            <pc:docMk/>
            <pc:sldMk cId="418711257" sldId="1260"/>
            <ac:spMk id="2" creationId="{D597DE17-0AA5-C5C3-6991-46B309FF8963}"/>
          </ac:spMkLst>
        </pc:spChg>
        <pc:spChg chg="del">
          <ac:chgData name="Waqar Mehmood" userId="3292cbd2-f35e-49d9-bb56-09c1031ccaa8" providerId="ADAL" clId="{2AEA685B-1534-46A1-B5A5-10E618C6580C}" dt="2025-10-05T07:27:32.857" v="2582" actId="22"/>
          <ac:spMkLst>
            <pc:docMk/>
            <pc:sldMk cId="418711257" sldId="1260"/>
            <ac:spMk id="3" creationId="{7D737588-980D-A507-6079-83891ECD2602}"/>
          </ac:spMkLst>
        </pc:spChg>
        <pc:spChg chg="add del mod">
          <ac:chgData name="Waqar Mehmood" userId="3292cbd2-f35e-49d9-bb56-09c1031ccaa8" providerId="ADAL" clId="{2AEA685B-1534-46A1-B5A5-10E618C6580C}" dt="2025-10-05T07:44:25.669" v="2618" actId="478"/>
          <ac:spMkLst>
            <pc:docMk/>
            <pc:sldMk cId="418711257" sldId="1260"/>
            <ac:spMk id="9" creationId="{4FCD6A71-E783-4428-F935-AA11EDB5301E}"/>
          </ac:spMkLst>
        </pc:spChg>
        <pc:picChg chg="add del mod ord">
          <ac:chgData name="Waqar Mehmood" userId="3292cbd2-f35e-49d9-bb56-09c1031ccaa8" providerId="ADAL" clId="{2AEA685B-1534-46A1-B5A5-10E618C6580C}" dt="2025-10-05T07:44:21.702" v="2617" actId="478"/>
          <ac:picMkLst>
            <pc:docMk/>
            <pc:sldMk cId="418711257" sldId="1260"/>
            <ac:picMk id="5" creationId="{BE3238F5-C3C1-2984-8092-A4943244C1BA}"/>
          </ac:picMkLst>
        </pc:picChg>
        <pc:picChg chg="add mod">
          <ac:chgData name="Waqar Mehmood" userId="3292cbd2-f35e-49d9-bb56-09c1031ccaa8" providerId="ADAL" clId="{2AEA685B-1534-46A1-B5A5-10E618C6580C}" dt="2025-10-05T07:44:30.949" v="2619" actId="14100"/>
          <ac:picMkLst>
            <pc:docMk/>
            <pc:sldMk cId="418711257" sldId="1260"/>
            <ac:picMk id="7" creationId="{90602524-A0C0-DE53-058C-FE74522052E3}"/>
          </ac:picMkLst>
        </pc:picChg>
      </pc:sldChg>
      <pc:sldChg chg="addSp delSp modSp new mod">
        <pc:chgData name="Waqar Mehmood" userId="3292cbd2-f35e-49d9-bb56-09c1031ccaa8" providerId="ADAL" clId="{2AEA685B-1534-46A1-B5A5-10E618C6580C}" dt="2025-10-05T07:48:02.803" v="2632" actId="1076"/>
        <pc:sldMkLst>
          <pc:docMk/>
          <pc:sldMk cId="1752948416" sldId="1261"/>
        </pc:sldMkLst>
        <pc:spChg chg="mod">
          <ac:chgData name="Waqar Mehmood" userId="3292cbd2-f35e-49d9-bb56-09c1031ccaa8" providerId="ADAL" clId="{2AEA685B-1534-46A1-B5A5-10E618C6580C}" dt="2025-10-05T07:28:25.649" v="2600"/>
          <ac:spMkLst>
            <pc:docMk/>
            <pc:sldMk cId="1752948416" sldId="1261"/>
            <ac:spMk id="2" creationId="{8632B8E7-0B50-E66B-9B36-AAC052865F66}"/>
          </ac:spMkLst>
        </pc:spChg>
        <pc:picChg chg="add del mod">
          <ac:chgData name="Waqar Mehmood" userId="3292cbd2-f35e-49d9-bb56-09c1031ccaa8" providerId="ADAL" clId="{2AEA685B-1534-46A1-B5A5-10E618C6580C}" dt="2025-10-05T07:45:18.081" v="2620" actId="478"/>
          <ac:picMkLst>
            <pc:docMk/>
            <pc:sldMk cId="1752948416" sldId="1261"/>
            <ac:picMk id="5" creationId="{15656FDD-F1BA-AAA1-F9FE-2380588D91FF}"/>
          </ac:picMkLst>
        </pc:picChg>
        <pc:picChg chg="add mod">
          <ac:chgData name="Waqar Mehmood" userId="3292cbd2-f35e-49d9-bb56-09c1031ccaa8" providerId="ADAL" clId="{2AEA685B-1534-46A1-B5A5-10E618C6580C}" dt="2025-10-05T07:48:02.803" v="2632" actId="1076"/>
          <ac:picMkLst>
            <pc:docMk/>
            <pc:sldMk cId="1752948416" sldId="1261"/>
            <ac:picMk id="7" creationId="{3A339754-DED9-5998-481F-01721BE3AB0A}"/>
          </ac:picMkLst>
        </pc:picChg>
      </pc:sldChg>
      <pc:sldChg chg="addSp modSp new mod">
        <pc:chgData name="Waqar Mehmood" userId="3292cbd2-f35e-49d9-bb56-09c1031ccaa8" providerId="ADAL" clId="{2AEA685B-1534-46A1-B5A5-10E618C6580C}" dt="2025-10-05T07:53:27.924" v="2701" actId="6549"/>
        <pc:sldMkLst>
          <pc:docMk/>
          <pc:sldMk cId="3865906350" sldId="1262"/>
        </pc:sldMkLst>
        <pc:spChg chg="mod">
          <ac:chgData name="Waqar Mehmood" userId="3292cbd2-f35e-49d9-bb56-09c1031ccaa8" providerId="ADAL" clId="{2AEA685B-1534-46A1-B5A5-10E618C6580C}" dt="2025-10-05T07:53:27.924" v="2701" actId="6549"/>
          <ac:spMkLst>
            <pc:docMk/>
            <pc:sldMk cId="3865906350" sldId="1262"/>
            <ac:spMk id="2" creationId="{F8BE1084-3770-0921-334A-37CD75FC8EB3}"/>
          </ac:spMkLst>
        </pc:spChg>
        <pc:picChg chg="add mod">
          <ac:chgData name="Waqar Mehmood" userId="3292cbd2-f35e-49d9-bb56-09c1031ccaa8" providerId="ADAL" clId="{2AEA685B-1534-46A1-B5A5-10E618C6580C}" dt="2025-10-05T07:48:15.826" v="2639" actId="14100"/>
          <ac:picMkLst>
            <pc:docMk/>
            <pc:sldMk cId="3865906350" sldId="1262"/>
            <ac:picMk id="5" creationId="{5EBAA0D6-933D-F9D4-C015-4B7CA265274D}"/>
          </ac:picMkLst>
        </pc:picChg>
      </pc:sldChg>
      <pc:sldChg chg="modSp new del mod">
        <pc:chgData name="Waqar Mehmood" userId="3292cbd2-f35e-49d9-bb56-09c1031ccaa8" providerId="ADAL" clId="{2AEA685B-1534-46A1-B5A5-10E618C6580C}" dt="2025-10-05T12:45:40.198" v="2828" actId="47"/>
        <pc:sldMkLst>
          <pc:docMk/>
          <pc:sldMk cId="2748567356" sldId="1263"/>
        </pc:sldMkLst>
        <pc:spChg chg="mod">
          <ac:chgData name="Waqar Mehmood" userId="3292cbd2-f35e-49d9-bb56-09c1031ccaa8" providerId="ADAL" clId="{2AEA685B-1534-46A1-B5A5-10E618C6580C}" dt="2025-10-05T08:09:11.388" v="2786"/>
          <ac:spMkLst>
            <pc:docMk/>
            <pc:sldMk cId="2748567356" sldId="1263"/>
            <ac:spMk id="2" creationId="{2966961E-76B6-38BB-DEF8-ACC9257A3F0E}"/>
          </ac:spMkLst>
        </pc:spChg>
        <pc:spChg chg="mod">
          <ac:chgData name="Waqar Mehmood" userId="3292cbd2-f35e-49d9-bb56-09c1031ccaa8" providerId="ADAL" clId="{2AEA685B-1534-46A1-B5A5-10E618C6580C}" dt="2025-10-05T08:10:43.509" v="2819" actId="113"/>
          <ac:spMkLst>
            <pc:docMk/>
            <pc:sldMk cId="2748567356" sldId="1263"/>
            <ac:spMk id="3" creationId="{6CD1EE53-74CD-E7BE-4B70-A85141DA107F}"/>
          </ac:spMkLst>
        </pc:spChg>
      </pc:sldChg>
      <pc:sldMasterChg chg="modSldLayout">
        <pc:chgData name="Waqar Mehmood" userId="3292cbd2-f35e-49d9-bb56-09c1031ccaa8" providerId="ADAL" clId="{2AEA685B-1534-46A1-B5A5-10E618C6580C}" dt="2025-09-30T06:15:55.939" v="163" actId="403"/>
        <pc:sldMasterMkLst>
          <pc:docMk/>
          <pc:sldMasterMk cId="4143872552" sldId="2147483712"/>
        </pc:sldMasterMkLst>
        <pc:sldLayoutChg chg="modSp">
          <pc:chgData name="Waqar Mehmood" userId="3292cbd2-f35e-49d9-bb56-09c1031ccaa8" providerId="ADAL" clId="{2AEA685B-1534-46A1-B5A5-10E618C6580C}" dt="2025-09-30T06:15:55.939" v="163" actId="403"/>
          <pc:sldLayoutMkLst>
            <pc:docMk/>
            <pc:sldMasterMk cId="4143872552" sldId="2147483712"/>
            <pc:sldLayoutMk cId="1370667178" sldId="2147483714"/>
          </pc:sldLayoutMkLst>
          <pc:spChg chg="mod">
            <ac:chgData name="Waqar Mehmood" userId="3292cbd2-f35e-49d9-bb56-09c1031ccaa8" providerId="ADAL" clId="{2AEA685B-1534-46A1-B5A5-10E618C6580C}" dt="2025-09-30T06:15:35.331" v="157" actId="113"/>
            <ac:spMkLst>
              <pc:docMk/>
              <pc:sldMasterMk cId="4143872552" sldId="2147483712"/>
              <pc:sldLayoutMk cId="1370667178" sldId="2147483714"/>
              <ac:spMk id="2" creationId="{00000000-0000-0000-0000-000000000000}"/>
            </ac:spMkLst>
          </pc:spChg>
          <pc:spChg chg="mod">
            <ac:chgData name="Waqar Mehmood" userId="3292cbd2-f35e-49d9-bb56-09c1031ccaa8" providerId="ADAL" clId="{2AEA685B-1534-46A1-B5A5-10E618C6580C}" dt="2025-09-30T06:15:55.939" v="163" actId="403"/>
            <ac:spMkLst>
              <pc:docMk/>
              <pc:sldMasterMk cId="4143872552" sldId="2147483712"/>
              <pc:sldLayoutMk cId="1370667178" sldId="2147483714"/>
              <ac:spMk id="3" creationId="{00000000-0000-0000-0000-000000000000}"/>
            </ac:spMkLst>
          </pc:spChg>
        </pc:sldLayoutChg>
      </pc:sldMasterChg>
      <pc:sldMasterChg chg="del delSldLayout">
        <pc:chgData name="Waqar Mehmood" userId="3292cbd2-f35e-49d9-bb56-09c1031ccaa8" providerId="ADAL" clId="{2AEA685B-1534-46A1-B5A5-10E618C6580C}" dt="2025-09-30T06:04:10.901" v="33" actId="47"/>
        <pc:sldMasterMkLst>
          <pc:docMk/>
          <pc:sldMasterMk cId="713872644" sldId="2147483724"/>
        </pc:sldMasterMkLst>
        <pc:sldLayoutChg chg="del">
          <pc:chgData name="Waqar Mehmood" userId="3292cbd2-f35e-49d9-bb56-09c1031ccaa8" providerId="ADAL" clId="{2AEA685B-1534-46A1-B5A5-10E618C6580C}" dt="2025-09-30T06:04:10.901" v="33" actId="47"/>
          <pc:sldLayoutMkLst>
            <pc:docMk/>
            <pc:sldMasterMk cId="713872644" sldId="2147483724"/>
            <pc:sldLayoutMk cId="4271872047" sldId="2147483725"/>
          </pc:sldLayoutMkLst>
        </pc:sldLayoutChg>
        <pc:sldLayoutChg chg="del">
          <pc:chgData name="Waqar Mehmood" userId="3292cbd2-f35e-49d9-bb56-09c1031ccaa8" providerId="ADAL" clId="{2AEA685B-1534-46A1-B5A5-10E618C6580C}" dt="2025-09-30T06:04:10.901" v="33" actId="47"/>
          <pc:sldLayoutMkLst>
            <pc:docMk/>
            <pc:sldMasterMk cId="713872644" sldId="2147483724"/>
            <pc:sldLayoutMk cId="681682666" sldId="2147483726"/>
          </pc:sldLayoutMkLst>
        </pc:sldLayoutChg>
        <pc:sldLayoutChg chg="del">
          <pc:chgData name="Waqar Mehmood" userId="3292cbd2-f35e-49d9-bb56-09c1031ccaa8" providerId="ADAL" clId="{2AEA685B-1534-46A1-B5A5-10E618C6580C}" dt="2025-09-30T06:04:10.901" v="33" actId="47"/>
          <pc:sldLayoutMkLst>
            <pc:docMk/>
            <pc:sldMasterMk cId="713872644" sldId="2147483724"/>
            <pc:sldLayoutMk cId="3336337583" sldId="2147483727"/>
          </pc:sldLayoutMkLst>
        </pc:sldLayoutChg>
        <pc:sldLayoutChg chg="del">
          <pc:chgData name="Waqar Mehmood" userId="3292cbd2-f35e-49d9-bb56-09c1031ccaa8" providerId="ADAL" clId="{2AEA685B-1534-46A1-B5A5-10E618C6580C}" dt="2025-09-30T06:04:10.901" v="33" actId="47"/>
          <pc:sldLayoutMkLst>
            <pc:docMk/>
            <pc:sldMasterMk cId="713872644" sldId="2147483724"/>
            <pc:sldLayoutMk cId="1268500644" sldId="2147483728"/>
          </pc:sldLayoutMkLst>
        </pc:sldLayoutChg>
        <pc:sldLayoutChg chg="del">
          <pc:chgData name="Waqar Mehmood" userId="3292cbd2-f35e-49d9-bb56-09c1031ccaa8" providerId="ADAL" clId="{2AEA685B-1534-46A1-B5A5-10E618C6580C}" dt="2025-09-30T06:04:10.901" v="33" actId="47"/>
          <pc:sldLayoutMkLst>
            <pc:docMk/>
            <pc:sldMasterMk cId="713872644" sldId="2147483724"/>
            <pc:sldLayoutMk cId="2356588690" sldId="2147483729"/>
          </pc:sldLayoutMkLst>
        </pc:sldLayoutChg>
        <pc:sldLayoutChg chg="del">
          <pc:chgData name="Waqar Mehmood" userId="3292cbd2-f35e-49d9-bb56-09c1031ccaa8" providerId="ADAL" clId="{2AEA685B-1534-46A1-B5A5-10E618C6580C}" dt="2025-09-30T06:04:10.901" v="33" actId="47"/>
          <pc:sldLayoutMkLst>
            <pc:docMk/>
            <pc:sldMasterMk cId="713872644" sldId="2147483724"/>
            <pc:sldLayoutMk cId="1769720179" sldId="2147483730"/>
          </pc:sldLayoutMkLst>
        </pc:sldLayoutChg>
        <pc:sldLayoutChg chg="del">
          <pc:chgData name="Waqar Mehmood" userId="3292cbd2-f35e-49d9-bb56-09c1031ccaa8" providerId="ADAL" clId="{2AEA685B-1534-46A1-B5A5-10E618C6580C}" dt="2025-09-30T06:04:10.901" v="33" actId="47"/>
          <pc:sldLayoutMkLst>
            <pc:docMk/>
            <pc:sldMasterMk cId="713872644" sldId="2147483724"/>
            <pc:sldLayoutMk cId="3261199106" sldId="2147483731"/>
          </pc:sldLayoutMkLst>
        </pc:sldLayoutChg>
        <pc:sldLayoutChg chg="del">
          <pc:chgData name="Waqar Mehmood" userId="3292cbd2-f35e-49d9-bb56-09c1031ccaa8" providerId="ADAL" clId="{2AEA685B-1534-46A1-B5A5-10E618C6580C}" dt="2025-09-30T06:04:10.901" v="33" actId="47"/>
          <pc:sldLayoutMkLst>
            <pc:docMk/>
            <pc:sldMasterMk cId="713872644" sldId="2147483724"/>
            <pc:sldLayoutMk cId="2886403760" sldId="2147483732"/>
          </pc:sldLayoutMkLst>
        </pc:sldLayoutChg>
        <pc:sldLayoutChg chg="del">
          <pc:chgData name="Waqar Mehmood" userId="3292cbd2-f35e-49d9-bb56-09c1031ccaa8" providerId="ADAL" clId="{2AEA685B-1534-46A1-B5A5-10E618C6580C}" dt="2025-09-30T06:04:10.901" v="33" actId="47"/>
          <pc:sldLayoutMkLst>
            <pc:docMk/>
            <pc:sldMasterMk cId="713872644" sldId="2147483724"/>
            <pc:sldLayoutMk cId="360297877" sldId="2147483733"/>
          </pc:sldLayoutMkLst>
        </pc:sldLayoutChg>
        <pc:sldLayoutChg chg="del">
          <pc:chgData name="Waqar Mehmood" userId="3292cbd2-f35e-49d9-bb56-09c1031ccaa8" providerId="ADAL" clId="{2AEA685B-1534-46A1-B5A5-10E618C6580C}" dt="2025-09-30T06:04:10.901" v="33" actId="47"/>
          <pc:sldLayoutMkLst>
            <pc:docMk/>
            <pc:sldMasterMk cId="713872644" sldId="2147483724"/>
            <pc:sldLayoutMk cId="1081978634" sldId="2147483734"/>
          </pc:sldLayoutMkLst>
        </pc:sldLayoutChg>
        <pc:sldLayoutChg chg="del">
          <pc:chgData name="Waqar Mehmood" userId="3292cbd2-f35e-49d9-bb56-09c1031ccaa8" providerId="ADAL" clId="{2AEA685B-1534-46A1-B5A5-10E618C6580C}" dt="2025-09-30T06:04:10.901" v="33" actId="47"/>
          <pc:sldLayoutMkLst>
            <pc:docMk/>
            <pc:sldMasterMk cId="713872644" sldId="2147483724"/>
            <pc:sldLayoutMk cId="2405318456" sldId="2147483735"/>
          </pc:sldLayoutMkLst>
        </pc:sldLayoutChg>
        <pc:sldLayoutChg chg="del">
          <pc:chgData name="Waqar Mehmood" userId="3292cbd2-f35e-49d9-bb56-09c1031ccaa8" providerId="ADAL" clId="{2AEA685B-1534-46A1-B5A5-10E618C6580C}" dt="2025-09-30T06:04:10.901" v="33" actId="47"/>
          <pc:sldLayoutMkLst>
            <pc:docMk/>
            <pc:sldMasterMk cId="713872644" sldId="2147483724"/>
            <pc:sldLayoutMk cId="4138255534" sldId="2147483736"/>
          </pc:sldLayoutMkLst>
        </pc:sldLayoutChg>
        <pc:sldLayoutChg chg="del">
          <pc:chgData name="Waqar Mehmood" userId="3292cbd2-f35e-49d9-bb56-09c1031ccaa8" providerId="ADAL" clId="{2AEA685B-1534-46A1-B5A5-10E618C6580C}" dt="2025-09-30T06:04:10.901" v="33" actId="47"/>
          <pc:sldLayoutMkLst>
            <pc:docMk/>
            <pc:sldMasterMk cId="713872644" sldId="2147483724"/>
            <pc:sldLayoutMk cId="3177511583" sldId="2147483737"/>
          </pc:sldLayoutMkLst>
        </pc:sldLayoutChg>
        <pc:sldLayoutChg chg="del">
          <pc:chgData name="Waqar Mehmood" userId="3292cbd2-f35e-49d9-bb56-09c1031ccaa8" providerId="ADAL" clId="{2AEA685B-1534-46A1-B5A5-10E618C6580C}" dt="2025-09-30T06:04:10.901" v="33" actId="47"/>
          <pc:sldLayoutMkLst>
            <pc:docMk/>
            <pc:sldMasterMk cId="713872644" sldId="2147483724"/>
            <pc:sldLayoutMk cId="3561438791" sldId="214748373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525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772525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96C894EF-9488-4D35-9130-7694BCBA27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11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0EE95-803B-4E53-91F8-3DF3B93A4908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20775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87850"/>
            <a:ext cx="5486400" cy="4156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772525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3B187-4D39-495F-84CF-B8945F7879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67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Discernment=faham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65C54-66F0-428A-8E52-09E64A9B310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35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771CAE-5CAC-4F60-8345-C4F51066B6B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140850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30188" indent="-230188"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</a:defRPr>
            </a:lvl1pPr>
            <a:lvl2pPr marL="384048" indent="-182880">
              <a:buSzPct val="100000"/>
              <a:buFont typeface="Wingdings" panose="05000000000000000000" pitchFamily="2" charset="2"/>
              <a:buChar char="§"/>
              <a:defRPr sz="2400"/>
            </a:lvl2pPr>
            <a:lvl3pPr marL="566928" indent="-182880">
              <a:buSzPct val="100000"/>
              <a:buFont typeface="Wingdings" panose="05000000000000000000" pitchFamily="2" charset="2"/>
              <a:buChar char="§"/>
              <a:defRPr sz="1600"/>
            </a:lvl3pPr>
            <a:lvl4pPr marL="749808" indent="-182880">
              <a:buSzPct val="100000"/>
              <a:buFont typeface="Wingdings" panose="05000000000000000000" pitchFamily="2" charset="2"/>
              <a:buChar char="§"/>
              <a:defRPr sz="1600"/>
            </a:lvl4pPr>
            <a:lvl5pPr marL="932688" indent="-182880">
              <a:buSzPct val="100000"/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510356-B4B6-4354-87E2-234B7B5DACA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67178"/>
      </p:ext>
    </p:extLst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D04577-3CD8-47B5-A651-1AFD67A89B1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801119"/>
      </p:ext>
    </p:extLst>
  </p:cSld>
  <p:clrMapOvr>
    <a:masterClrMapping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E3B67B-729C-47AE-91A4-88361042CB4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65336"/>
      </p:ext>
    </p:extLst>
  </p:cSld>
  <p:clrMapOvr>
    <a:masterClrMapping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1CC1A7-764A-407B-B50D-C7029F388C1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25995"/>
      </p:ext>
    </p:extLst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35C997-5889-4FDB-86B4-6061B6772DF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10228"/>
      </p:ext>
    </p:extLst>
  </p:cSld>
  <p:clrMapOvr>
    <a:masterClrMapping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1A0100-AEC5-4000-95F3-336AD45802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64444"/>
      </p:ext>
    </p:extLst>
  </p:cSld>
  <p:clrMapOvr>
    <a:masterClrMapping/>
  </p:clrMapOvr>
  <p:transition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809B26D-639D-4AE6-BA73-61D00A5CE4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80852"/>
      </p:ext>
    </p:extLst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36EED5-B0BC-44CB-B5D4-AF347C4ECC9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97020"/>
      </p:ext>
    </p:extLst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0A28BC-69F5-4F9B-AEB6-B9E30EB4727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15906"/>
      </p:ext>
    </p:extLst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E928DC-2385-4E1F-B3EE-EFC00C0308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07829"/>
      </p:ext>
    </p:extLst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B1500E4-0D11-4A7C-8488-D343FF85788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87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685800"/>
            <a:ext cx="8229600" cy="1143000"/>
          </a:xfrm>
        </p:spPr>
        <p:txBody>
          <a:bodyPr>
            <a:normAutofit/>
          </a:bodyPr>
          <a:lstStyle/>
          <a:p>
            <a:pPr algn="ctr"/>
            <a:endParaRPr lang="en-US" sz="3200" dirty="0"/>
          </a:p>
        </p:txBody>
      </p:sp>
      <p:sp>
        <p:nvSpPr>
          <p:cNvPr id="3074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026091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buFont typeface="Wingdings" pitchFamily="2" charset="2"/>
              <a:buNone/>
            </a:pPr>
            <a:endParaRPr lang="en-US" sz="2800" dirty="0">
              <a:solidFill>
                <a:srgbClr val="002060"/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rgbClr val="FF0000"/>
                </a:solidFill>
                <a:latin typeface="+mj-lt"/>
              </a:rPr>
              <a:t>Week 1-2</a:t>
            </a:r>
          </a:p>
          <a:p>
            <a:pPr algn="ctr" rtl="1" eaLnBrk="1" hangingPunct="1">
              <a:buFont typeface="Wingdings" pitchFamily="2" charset="2"/>
              <a:buNone/>
            </a:pPr>
            <a:endParaRPr lang="en-US" sz="4000" b="1" dirty="0">
              <a:solidFill>
                <a:srgbClr val="0070C0"/>
              </a:solidFill>
              <a:latin typeface="+mj-lt"/>
            </a:endParaRPr>
          </a:p>
          <a:p>
            <a:pPr algn="ctr" rtl="1">
              <a:buNone/>
            </a:pPr>
            <a:r>
              <a:rPr lang="en-US" sz="4000" dirty="0"/>
              <a:t>Topic: Introduction to Research</a:t>
            </a:r>
          </a:p>
          <a:p>
            <a:pPr algn="r" eaLnBrk="1" hangingPunct="1">
              <a:buFont typeface="Wingdings" pitchFamily="2" charset="2"/>
              <a:buNone/>
            </a:pPr>
            <a:endParaRPr lang="en-US" sz="3400" b="1" dirty="0">
              <a:solidFill>
                <a:srgbClr val="002060"/>
              </a:solidFill>
              <a:latin typeface="+mj-lt"/>
            </a:endParaRPr>
          </a:p>
          <a:p>
            <a:pPr indent="0" algn="r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3400" b="1" dirty="0">
                <a:solidFill>
                  <a:srgbClr val="0070C0"/>
                </a:solidFill>
                <a:latin typeface="+mj-lt"/>
              </a:rPr>
              <a:t>Dr. Waqar Mehmood </a:t>
            </a:r>
          </a:p>
          <a:p>
            <a:pPr indent="0" algn="r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3400" b="1" dirty="0">
                <a:solidFill>
                  <a:srgbClr val="0070C0"/>
                </a:solidFill>
                <a:latin typeface="+mj-lt"/>
              </a:rPr>
              <a:t>Professor</a:t>
            </a:r>
          </a:p>
          <a:p>
            <a:pPr indent="0" algn="r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3400" b="1" dirty="0">
                <a:solidFill>
                  <a:srgbClr val="0070C0"/>
                </a:solidFill>
                <a:latin typeface="+mj-lt"/>
              </a:rPr>
              <a:t>RSCI</a:t>
            </a:r>
          </a:p>
          <a:p>
            <a:pPr indent="0" algn="r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3400" b="1" dirty="0">
                <a:solidFill>
                  <a:srgbClr val="0070C0"/>
                </a:solidFill>
                <a:latin typeface="+mj-lt"/>
              </a:rPr>
              <a:t>RIU</a:t>
            </a:r>
            <a:endParaRPr lang="en-US" sz="2400" b="1" dirty="0">
              <a:solidFill>
                <a:srgbClr val="0070C0"/>
              </a:solidFill>
              <a:latin typeface="+mj-lt"/>
            </a:endParaRP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56A9-499C-37AD-B7B0-B59D3A168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TOC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12049-4E10-12C3-F154-846AB7B2C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What is Research</a:t>
            </a:r>
          </a:p>
          <a:p>
            <a:r>
              <a:rPr lang="en-US" sz="2000" dirty="0"/>
              <a:t>Significance of Research</a:t>
            </a:r>
          </a:p>
          <a:p>
            <a:r>
              <a:rPr lang="en-US" sz="2000" dirty="0"/>
              <a:t>How Research should be conducted</a:t>
            </a:r>
          </a:p>
          <a:p>
            <a:r>
              <a:rPr lang="en-US" sz="2000" dirty="0"/>
              <a:t>Research Model</a:t>
            </a:r>
          </a:p>
          <a:p>
            <a:r>
              <a:rPr lang="en-US" sz="2000" dirty="0"/>
              <a:t>Research Methods vs Methodology </a:t>
            </a:r>
          </a:p>
          <a:p>
            <a:r>
              <a:rPr lang="en-US" sz="2000" dirty="0"/>
              <a:t>Types of Research</a:t>
            </a:r>
          </a:p>
          <a:p>
            <a:r>
              <a:rPr lang="en-US" sz="2000" dirty="0"/>
              <a:t>….</a:t>
            </a:r>
          </a:p>
          <a:p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2500367892"/>
      </p:ext>
    </p:extLst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5B666-93EA-D318-06CA-EAF24C8F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 of Research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986E8-A852-8144-884B-36DA0C9CF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Advanced Learner’s Dictionary of Current English lays down the meaning of research as [1]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0070C0"/>
                </a:solidFill>
              </a:rPr>
              <a:t>“a careful investigation or inquiry specially 	through search for new facts in any branch of knowledge.”</a:t>
            </a:r>
            <a:r>
              <a:rPr lang="en-US" sz="2000" baseline="30000" dirty="0">
                <a:solidFill>
                  <a:srgbClr val="0070C0"/>
                </a:solidFill>
              </a:rPr>
              <a:t>1</a:t>
            </a:r>
            <a:endParaRPr lang="en-US" sz="2400" baseline="30000" dirty="0">
              <a:solidFill>
                <a:srgbClr val="0070C0"/>
              </a:solidFill>
            </a:endParaRPr>
          </a:p>
          <a:p>
            <a:r>
              <a:rPr lang="en-US" sz="2400" dirty="0"/>
              <a:t>Redman and Mory define research as a [1]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0070C0"/>
                </a:solidFill>
              </a:rPr>
              <a:t>“systematized effort to gain new knowledge.”</a:t>
            </a:r>
            <a:r>
              <a:rPr lang="en-US" sz="2000" baseline="30000" dirty="0">
                <a:solidFill>
                  <a:srgbClr val="0070C0"/>
                </a:solidFill>
              </a:rPr>
              <a:t>2</a:t>
            </a:r>
            <a:endParaRPr lang="en-PK" sz="2000" baseline="30000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516F7C-2E40-0969-816F-BE7A56250CA0}"/>
              </a:ext>
            </a:extLst>
          </p:cNvPr>
          <p:cNvSpPr txBox="1"/>
          <p:nvPr/>
        </p:nvSpPr>
        <p:spPr>
          <a:xfrm>
            <a:off x="832069" y="5654301"/>
            <a:ext cx="75346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/>
              <a:t>1 </a:t>
            </a:r>
            <a:r>
              <a:rPr lang="en-US" dirty="0"/>
              <a:t>The Advanced Learner’s Dictionary of Current English, Oxford, 1952, p. 1069.</a:t>
            </a:r>
          </a:p>
          <a:p>
            <a:r>
              <a:rPr lang="en-US" baseline="30000" dirty="0"/>
              <a:t>2</a:t>
            </a:r>
            <a:r>
              <a:rPr lang="en-US" dirty="0"/>
              <a:t> L.V. Redman and A.V.H. Mory, The Romance of Research, 1923, p.10.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04478504"/>
      </p:ext>
    </p:extLst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54EE5-E7EE-AE1A-2A4D-E49F50483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 of Research [1]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4EEFA-D752-CFED-9852-E1BB55E24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According to Clifford Woody research comprises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	defining and redefining problems,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	formulating hypothesis or suggested solutions; 	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	collecting, </a:t>
            </a:r>
            <a:r>
              <a:rPr lang="en-US" sz="2400" dirty="0" err="1">
                <a:solidFill>
                  <a:srgbClr val="0070C0"/>
                </a:solidFill>
              </a:rPr>
              <a:t>organising</a:t>
            </a:r>
            <a:r>
              <a:rPr lang="en-US" sz="2400" dirty="0">
                <a:solidFill>
                  <a:srgbClr val="0070C0"/>
                </a:solidFill>
              </a:rPr>
              <a:t> and evaluating data;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	making deductions and reaching conclusions; and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	at last carefully testing the conclusions to determine 	whether they fit the formulating hypothesis. [1]</a:t>
            </a:r>
            <a:endParaRPr lang="en-PK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837282"/>
      </p:ext>
    </p:extLst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B8E61-FCE2-042B-6098-25CCB8D3D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[2]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63C4D-98F1-D7F1-55C2-F2BB0F250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ACBDFE-D46C-49CD-F027-D570C8AD6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1"/>
            <a:ext cx="7938623" cy="26665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1DC4C9-59B2-600E-8646-AB32491B5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159" y="4398850"/>
            <a:ext cx="5105400" cy="171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69657"/>
      </p:ext>
    </p:extLst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B91CD-025A-D1AA-0E21-300C5B970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cycle [2]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B9E6-7460-9D2B-311A-356DE0B51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1F86A9-8B21-3197-4611-C459CA453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" y="1845734"/>
            <a:ext cx="6873241" cy="410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48891"/>
      </p:ext>
    </p:extLst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5D7E-E7CE-4056-B6D9-63B6C4B1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key features: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5B5EC-AB52-41D2-9339-D0DEA7361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Systematic &amp; organized</a:t>
            </a:r>
          </a:p>
          <a:p>
            <a:r>
              <a:rPr lang="en-US" sz="2400" dirty="0">
                <a:solidFill>
                  <a:srgbClr val="0070C0"/>
                </a:solidFill>
              </a:rPr>
              <a:t>Objective &amp; logical</a:t>
            </a:r>
          </a:p>
          <a:p>
            <a:r>
              <a:rPr lang="en-US" sz="2400" dirty="0">
                <a:solidFill>
                  <a:srgbClr val="0070C0"/>
                </a:solidFill>
              </a:rPr>
              <a:t>Empirical &amp; verifiable</a:t>
            </a:r>
          </a:p>
          <a:p>
            <a:r>
              <a:rPr lang="en-US" sz="2400" dirty="0">
                <a:solidFill>
                  <a:srgbClr val="0070C0"/>
                </a:solidFill>
              </a:rPr>
              <a:t>Reproducible</a:t>
            </a:r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78468147"/>
      </p:ext>
    </p:extLst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DE17-0AA5-C5C3-6991-46B309FF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key features:</a:t>
            </a: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602524-A0C0-DE53-058C-FE7452205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" y="2023964"/>
            <a:ext cx="7559040" cy="316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11257"/>
      </p:ext>
    </p:extLst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B8E7-0B50-E66B-9B36-AAC052865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key features: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8A1BE-1480-D283-9D22-8DBDC8AED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339754-DED9-5998-481F-01721BE3A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845734"/>
            <a:ext cx="7680960" cy="278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948416"/>
      </p:ext>
    </p:extLst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E1084-3770-0921-334A-37CD75FC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key features [3]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70F5D-7938-E1BF-1C7B-B47FF266A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BAA0D6-933D-F9D4-C015-4B7CA2652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19" y="1871134"/>
            <a:ext cx="7853681" cy="376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06350"/>
      </p:ext>
    </p:extLst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6D97-4460-3619-0A19-62FA6D0E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Toolbox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F0F89-BA14-9143-E45C-604FA7728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785790-E587-3F18-33F2-0B6598FCD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161817"/>
            <a:ext cx="5128704" cy="339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043780"/>
      </p:ext>
    </p:extLst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C9FAA-571F-1324-26E4-F7057E0E7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Significance of Research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3835E-AD0F-96EE-AF7D-48CEDFE13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640666"/>
          </a:xfrm>
        </p:spPr>
        <p:txBody>
          <a:bodyPr>
            <a:normAutofit/>
          </a:bodyPr>
          <a:lstStyle/>
          <a:p>
            <a:r>
              <a:rPr lang="en-US" altLang="en-PK" sz="2000" dirty="0"/>
              <a:t>All progress is born of </a:t>
            </a:r>
            <a:r>
              <a:rPr lang="en-US" altLang="en-PK" sz="2000" b="1" dirty="0"/>
              <a:t>inquiry</a:t>
            </a:r>
            <a:r>
              <a:rPr lang="en-US" altLang="en-PK" sz="2000" dirty="0"/>
              <a:t>. </a:t>
            </a:r>
          </a:p>
          <a:p>
            <a:r>
              <a:rPr lang="en-US" altLang="en-PK" sz="2000" b="1" dirty="0"/>
              <a:t>Doubt</a:t>
            </a:r>
            <a:r>
              <a:rPr lang="en-US" altLang="en-PK" sz="2000" dirty="0"/>
              <a:t> is often better than overconfidence, for it leads to inquiry, and inquiry leads to invention”  Hudson Maxim</a:t>
            </a:r>
          </a:p>
          <a:p>
            <a:r>
              <a:rPr lang="en-US" altLang="en-PK" sz="2000" dirty="0"/>
              <a:t>Research teaches </a:t>
            </a:r>
            <a:r>
              <a:rPr lang="en-US" altLang="en-PK" sz="2000" b="1" dirty="0"/>
              <a:t>scientific</a:t>
            </a:r>
            <a:r>
              <a:rPr lang="en-US" altLang="en-PK" sz="2000" dirty="0"/>
              <a:t> and </a:t>
            </a:r>
            <a:r>
              <a:rPr lang="en-US" altLang="en-PK" sz="2000" b="1" dirty="0"/>
              <a:t>inductive</a:t>
            </a:r>
            <a:r>
              <a:rPr lang="en-US" altLang="en-PK" sz="2000" dirty="0"/>
              <a:t> thinking, and it promotes the development of logical habits of thinking and organization. </a:t>
            </a:r>
          </a:p>
          <a:p>
            <a:r>
              <a:rPr lang="en-US" altLang="en-PK" sz="2000" dirty="0"/>
              <a:t>Research provides the basis for nearly all government </a:t>
            </a:r>
            <a:r>
              <a:rPr lang="en-US" altLang="en-PK" sz="2000" b="1" dirty="0"/>
              <a:t>policies</a:t>
            </a:r>
            <a:r>
              <a:rPr lang="en-US" altLang="en-PK" sz="2000" dirty="0"/>
              <a:t> in our economic system.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1760107442"/>
      </p:ext>
    </p:extLst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18FE8-A909-4C98-84B8-561FB5B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457200"/>
            <a:ext cx="7543800" cy="1161196"/>
          </a:xfrm>
        </p:spPr>
        <p:txBody>
          <a:bodyPr>
            <a:normAutofit/>
          </a:bodyPr>
          <a:lstStyle/>
          <a:p>
            <a:r>
              <a:rPr lang="en-US" sz="3200" dirty="0"/>
              <a:t>Importance of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8EF05-0D01-4F2E-81FD-96A98AAE2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Research expands your knowledge base</a:t>
            </a:r>
          </a:p>
          <a:p>
            <a:r>
              <a:rPr lang="en-US" sz="2000" dirty="0"/>
              <a:t>Research gives you the latest information</a:t>
            </a:r>
          </a:p>
          <a:p>
            <a:r>
              <a:rPr lang="en-US" sz="2000" dirty="0"/>
              <a:t>Research builds your credibility</a:t>
            </a:r>
          </a:p>
          <a:p>
            <a:r>
              <a:rPr lang="en-US" sz="2000" dirty="0"/>
              <a:t>Research helps you narrow your scope</a:t>
            </a:r>
          </a:p>
          <a:p>
            <a:r>
              <a:rPr lang="en-US" sz="2000" dirty="0"/>
              <a:t>Research teaches you better judgement </a:t>
            </a:r>
          </a:p>
          <a:p>
            <a:r>
              <a:rPr lang="en-US" sz="2000" dirty="0"/>
              <a:t>Research introduces you to new ideas</a:t>
            </a:r>
          </a:p>
          <a:p>
            <a:r>
              <a:rPr lang="en-US" sz="2000" dirty="0"/>
              <a:t>Research helps with problem-solving</a:t>
            </a:r>
          </a:p>
          <a:p>
            <a:r>
              <a:rPr lang="en-US" sz="2000" dirty="0"/>
              <a:t>Research helps you reach people</a:t>
            </a:r>
          </a:p>
          <a:p>
            <a:r>
              <a:rPr lang="en-US" sz="2000" dirty="0"/>
              <a:t>Research encourages curiosity</a:t>
            </a:r>
          </a:p>
        </p:txBody>
      </p:sp>
    </p:spTree>
    <p:extLst>
      <p:ext uri="{BB962C8B-B14F-4D97-AF65-F5344CB8AC3E}">
        <p14:creationId xmlns:p14="http://schemas.microsoft.com/office/powerpoint/2010/main" val="4187331744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FBF74-45C2-45E6-8EB1-7076EAF60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838200"/>
            <a:ext cx="7543800" cy="899161"/>
          </a:xfrm>
        </p:spPr>
        <p:txBody>
          <a:bodyPr/>
          <a:lstStyle/>
          <a:p>
            <a:r>
              <a:rPr lang="en-US" dirty="0"/>
              <a:t>How it should be conducted??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E1660-AEC8-43D0-9D93-FEED7B0A5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Systematically</a:t>
            </a:r>
          </a:p>
          <a:p>
            <a:r>
              <a:rPr lang="en-US" sz="2400" dirty="0"/>
              <a:t>Using sound research methods</a:t>
            </a:r>
          </a:p>
          <a:p>
            <a:r>
              <a:rPr lang="en-US" sz="2400" dirty="0"/>
              <a:t>Using appropriate research tools and simulators</a:t>
            </a:r>
          </a:p>
          <a:p>
            <a:r>
              <a:rPr lang="en-US" sz="2400" dirty="0"/>
              <a:t>Avoiding plagiarism</a:t>
            </a:r>
          </a:p>
          <a:p>
            <a:r>
              <a:rPr lang="en-US" sz="2400" dirty="0"/>
              <a:t>Honestly</a:t>
            </a:r>
          </a:p>
          <a:p>
            <a:pPr lvl="1"/>
            <a:r>
              <a:rPr lang="en-US" sz="2000" dirty="0"/>
              <a:t>Avoiding bias</a:t>
            </a:r>
          </a:p>
          <a:p>
            <a:pPr lvl="1"/>
            <a:r>
              <a:rPr lang="en-US" sz="2000" dirty="0"/>
              <a:t>Avoiding conflict of interest</a:t>
            </a:r>
          </a:p>
          <a:p>
            <a:pPr lvl="1"/>
            <a:r>
              <a:rPr lang="en-US" sz="2000" dirty="0"/>
              <a:t>Avoiding falsifying results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880527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2066-3D94-7D1D-A655-E51885922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988906"/>
            <a:ext cx="7543800" cy="748455"/>
          </a:xfrm>
        </p:spPr>
        <p:txBody>
          <a:bodyPr>
            <a:normAutofit/>
          </a:bodyPr>
          <a:lstStyle/>
          <a:p>
            <a:r>
              <a:rPr lang="en-US" sz="3200" dirty="0"/>
              <a:t>Research vs. Development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FCA9D-A3E9-1DA1-0A23-7995B335B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1049866"/>
          </a:xfrm>
        </p:spPr>
        <p:txBody>
          <a:bodyPr>
            <a:normAutofit/>
          </a:bodyPr>
          <a:lstStyle/>
          <a:p>
            <a:r>
              <a:rPr lang="en-US" sz="2400" dirty="0"/>
              <a:t>Research → Discovering new knowledge</a:t>
            </a:r>
          </a:p>
          <a:p>
            <a:r>
              <a:rPr lang="en-US" sz="2400" dirty="0"/>
              <a:t>Development → Applying knowledge to build solutions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104D07-96BE-D6C5-EB23-BC740FA6B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003973"/>
            <a:ext cx="6629400" cy="317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27989"/>
      </p:ext>
    </p:extLst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BD9D-8CC9-409A-84B0-79AB75398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Model</a:t>
            </a:r>
          </a:p>
        </p:txBody>
      </p:sp>
      <p:grpSp>
        <p:nvGrpSpPr>
          <p:cNvPr id="26" name="Group 3">
            <a:extLst>
              <a:ext uri="{FF2B5EF4-FFF2-40B4-BE49-F238E27FC236}">
                <a16:creationId xmlns:a16="http://schemas.microsoft.com/office/drawing/2014/main" id="{57770C40-6C12-42B7-A8C4-62A0B91A14DD}"/>
              </a:ext>
            </a:extLst>
          </p:cNvPr>
          <p:cNvGrpSpPr>
            <a:grpSpLocks/>
          </p:cNvGrpSpPr>
          <p:nvPr/>
        </p:nvGrpSpPr>
        <p:grpSpPr bwMode="auto">
          <a:xfrm>
            <a:off x="2462345" y="2133600"/>
            <a:ext cx="4471855" cy="3733800"/>
            <a:chOff x="772" y="1396"/>
            <a:chExt cx="4437" cy="2248"/>
          </a:xfrm>
        </p:grpSpPr>
        <p:sp>
          <p:nvSpPr>
            <p:cNvPr id="27" name="Oval 4">
              <a:extLst>
                <a:ext uri="{FF2B5EF4-FFF2-40B4-BE49-F238E27FC236}">
                  <a16:creationId xmlns:a16="http://schemas.microsoft.com/office/drawing/2014/main" id="{81DEFA82-1E45-404A-99F6-1BA3AF78F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" y="1396"/>
              <a:ext cx="1384" cy="42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F3A85B9D-ED86-4E1A-B6FC-B06C20FC3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" y="2260"/>
              <a:ext cx="1384" cy="42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29" name="Oval 6">
              <a:extLst>
                <a:ext uri="{FF2B5EF4-FFF2-40B4-BE49-F238E27FC236}">
                  <a16:creationId xmlns:a16="http://schemas.microsoft.com/office/drawing/2014/main" id="{409432FF-E66A-418A-B915-CE0476E0A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" y="3220"/>
              <a:ext cx="1384" cy="42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0" name="Rectangle 7">
              <a:extLst>
                <a:ext uri="{FF2B5EF4-FFF2-40B4-BE49-F238E27FC236}">
                  <a16:creationId xmlns:a16="http://schemas.microsoft.com/office/drawing/2014/main" id="{0713A8AB-023B-4DFA-BC0F-CBE83F1FF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" y="1474"/>
              <a:ext cx="114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/>
            <a:p>
              <a:pPr eaLnBrk="0" hangingPunct="0"/>
              <a:r>
                <a:rPr lang="en-US" altLang="en-US" sz="135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Real World</a:t>
              </a: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651A9AAA-CC40-4896-BD02-B77C87693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2337"/>
              <a:ext cx="79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/>
            <a:p>
              <a:pPr eaLnBrk="0" hangingPunct="0"/>
              <a:r>
                <a:rPr lang="en-US" altLang="en-US" sz="135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Theory</a:t>
              </a:r>
            </a:p>
          </p:txBody>
        </p:sp>
        <p:sp>
          <p:nvSpPr>
            <p:cNvPr id="32" name="Rectangle 9">
              <a:extLst>
                <a:ext uri="{FF2B5EF4-FFF2-40B4-BE49-F238E27FC236}">
                  <a16:creationId xmlns:a16="http://schemas.microsoft.com/office/drawing/2014/main" id="{4BAA851C-7EB0-4F03-A066-91C4DC3E8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" y="3345"/>
              <a:ext cx="11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/>
            <a:p>
              <a:pPr eaLnBrk="0" hangingPunct="0"/>
              <a:r>
                <a:rPr lang="en-US" altLang="en-US" sz="135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Knowledge</a:t>
              </a:r>
            </a:p>
          </p:txBody>
        </p:sp>
        <p:sp>
          <p:nvSpPr>
            <p:cNvPr id="33" name="Line 10">
              <a:extLst>
                <a:ext uri="{FF2B5EF4-FFF2-40B4-BE49-F238E27FC236}">
                  <a16:creationId xmlns:a16="http://schemas.microsoft.com/office/drawing/2014/main" id="{9C7835ED-4C80-480D-B17E-1EB3906BF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82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4" name="Line 11">
              <a:extLst>
                <a:ext uri="{FF2B5EF4-FFF2-40B4-BE49-F238E27FC236}">
                  <a16:creationId xmlns:a16="http://schemas.microsoft.com/office/drawing/2014/main" id="{88A9CE9F-1C24-4CAF-AEC5-425BC686E5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688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5" name="Oval 12">
              <a:extLst>
                <a:ext uri="{FF2B5EF4-FFF2-40B4-BE49-F238E27FC236}">
                  <a16:creationId xmlns:a16="http://schemas.microsoft.com/office/drawing/2014/main" id="{5B643669-58F9-48BF-B5A0-9B0D127FD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1540"/>
              <a:ext cx="136" cy="13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E61CCB06-A5D6-40EC-B563-A9CB5642F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404"/>
              <a:ext cx="136" cy="13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7" name="AutoShape 14">
              <a:extLst>
                <a:ext uri="{FF2B5EF4-FFF2-40B4-BE49-F238E27FC236}">
                  <a16:creationId xmlns:a16="http://schemas.microsoft.com/office/drawing/2014/main" id="{046E7171-3B21-4D6A-BEC1-19B37125F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6" y="1876"/>
              <a:ext cx="952" cy="280"/>
            </a:xfrm>
            <a:prstGeom prst="roundRect">
              <a:avLst>
                <a:gd name="adj" fmla="val 124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8" name="Rectangle 15">
              <a:extLst>
                <a:ext uri="{FF2B5EF4-FFF2-40B4-BE49-F238E27FC236}">
                  <a16:creationId xmlns:a16="http://schemas.microsoft.com/office/drawing/2014/main" id="{11AD9779-3B20-4DFB-A277-7BA4C79B7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876"/>
              <a:ext cx="952" cy="2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9" name="Rectangle 16">
              <a:extLst>
                <a:ext uri="{FF2B5EF4-FFF2-40B4-BE49-F238E27FC236}">
                  <a16:creationId xmlns:a16="http://schemas.microsoft.com/office/drawing/2014/main" id="{89132488-3564-468F-B124-EE403A9C5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8" y="2385"/>
              <a:ext cx="7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40" name="Rectangle 17">
              <a:extLst>
                <a:ext uri="{FF2B5EF4-FFF2-40B4-BE49-F238E27FC236}">
                  <a16:creationId xmlns:a16="http://schemas.microsoft.com/office/drawing/2014/main" id="{98B57ACF-7FDB-4FDF-9CDD-0AE97DCB1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6" y="2385"/>
              <a:ext cx="5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41" name="Line 18">
              <a:extLst>
                <a:ext uri="{FF2B5EF4-FFF2-40B4-BE49-F238E27FC236}">
                  <a16:creationId xmlns:a16="http://schemas.microsoft.com/office/drawing/2014/main" id="{AB8F7A91-6590-4D01-BF31-65F9DEAE6C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01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2" name="Rectangle 19">
              <a:extLst>
                <a:ext uri="{FF2B5EF4-FFF2-40B4-BE49-F238E27FC236}">
                  <a16:creationId xmlns:a16="http://schemas.microsoft.com/office/drawing/2014/main" id="{BEBFDB71-B0CE-43DB-AA02-8F2821DAF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1906"/>
              <a:ext cx="11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/>
            <a:p>
              <a:pPr eaLnBrk="0" hangingPunct="0"/>
              <a:r>
                <a:rPr lang="en-US" altLang="en-US" sz="135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Experiment</a:t>
              </a:r>
            </a:p>
          </p:txBody>
        </p:sp>
        <p:sp>
          <p:nvSpPr>
            <p:cNvPr id="43" name="Rectangle 20">
              <a:extLst>
                <a:ext uri="{FF2B5EF4-FFF2-40B4-BE49-F238E27FC236}">
                  <a16:creationId xmlns:a16="http://schemas.microsoft.com/office/drawing/2014/main" id="{06AA4D67-F1AC-42F0-A821-FA8FB1556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6" y="1906"/>
              <a:ext cx="80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/>
            <a:p>
              <a:pPr eaLnBrk="0" hangingPunct="0"/>
              <a:r>
                <a:rPr lang="en-US" altLang="en-US" sz="135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Results</a:t>
              </a:r>
            </a:p>
          </p:txBody>
        </p:sp>
        <p:sp>
          <p:nvSpPr>
            <p:cNvPr id="44" name="Arc 21">
              <a:extLst>
                <a:ext uri="{FF2B5EF4-FFF2-40B4-BE49-F238E27FC236}">
                  <a16:creationId xmlns:a16="http://schemas.microsoft.com/office/drawing/2014/main" id="{A7EE3866-D618-4829-BF60-8E425F551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633"/>
              <a:ext cx="912" cy="24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5" name="Arc 22">
              <a:extLst>
                <a:ext uri="{FF2B5EF4-FFF2-40B4-BE49-F238E27FC236}">
                  <a16:creationId xmlns:a16="http://schemas.microsoft.com/office/drawing/2014/main" id="{04BBB136-FF77-4F2D-B737-90D3148D5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2160"/>
              <a:ext cx="912" cy="33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6" name="Arc 23">
              <a:extLst>
                <a:ext uri="{FF2B5EF4-FFF2-40B4-BE49-F238E27FC236}">
                  <a16:creationId xmlns:a16="http://schemas.microsoft.com/office/drawing/2014/main" id="{028CFB1A-02F5-46AA-9E43-C36A202DD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1537"/>
              <a:ext cx="2832" cy="33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7" name="Arc 24">
              <a:extLst>
                <a:ext uri="{FF2B5EF4-FFF2-40B4-BE49-F238E27FC236}">
                  <a16:creationId xmlns:a16="http://schemas.microsoft.com/office/drawing/2014/main" id="{30A52CF3-3975-4121-BE78-72A0FD55A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2160"/>
              <a:ext cx="2880" cy="384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87185183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6EA83-A6CC-4CDF-BE68-A269713D4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762000"/>
            <a:ext cx="7543800" cy="97536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Why Undertake Research?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6AD9-D508-4FDD-80D9-8E37727A7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 investigate some existing situation or problem.</a:t>
            </a:r>
          </a:p>
          <a:p>
            <a:r>
              <a:rPr lang="en-US" sz="2400" dirty="0"/>
              <a:t>To provide solutions to a problem.</a:t>
            </a:r>
          </a:p>
          <a:p>
            <a:r>
              <a:rPr lang="en-US" sz="2400" dirty="0"/>
              <a:t>To explore and analyze more general issues.</a:t>
            </a:r>
          </a:p>
          <a:p>
            <a:r>
              <a:rPr lang="en-US" sz="2400" dirty="0"/>
              <a:t>To construct or create a new procedure or system.</a:t>
            </a:r>
          </a:p>
          <a:p>
            <a:r>
              <a:rPr lang="en-US" sz="2400" dirty="0"/>
              <a:t>To explain a new phenomenon.</a:t>
            </a:r>
          </a:p>
          <a:p>
            <a:r>
              <a:rPr lang="en-US" sz="2400" dirty="0"/>
              <a:t>To generate new knowledge.</a:t>
            </a:r>
          </a:p>
          <a:p>
            <a:r>
              <a:rPr lang="en-US" sz="2400" dirty="0"/>
              <a:t>A combination of two or more of any of the above.</a:t>
            </a:r>
          </a:p>
        </p:txBody>
      </p:sp>
    </p:spTree>
    <p:extLst>
      <p:ext uri="{BB962C8B-B14F-4D97-AF65-F5344CB8AC3E}">
        <p14:creationId xmlns:p14="http://schemas.microsoft.com/office/powerpoint/2010/main" val="2623041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BEB4-5407-951B-A47F-A13A176A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649DB-75DD-E2C7-2C02-B8494E4B8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PK" sz="2000" dirty="0">
                <a:ea typeface="Times New Roman" panose="02020603050405020304" pitchFamily="18" charset="0"/>
              </a:rPr>
              <a:t>C.R. Kothari, </a:t>
            </a:r>
            <a:r>
              <a:rPr lang="en-PK" sz="2000" i="1" dirty="0">
                <a:ea typeface="Times New Roman" panose="02020603050405020304" pitchFamily="18" charset="0"/>
              </a:rPr>
              <a:t>Research Methodology: Methods and Techniques</a:t>
            </a:r>
            <a:r>
              <a:rPr lang="en-PK" sz="2000" dirty="0">
                <a:ea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Research Methods Lecture: Chapter 1 – Introduction, Software Systems Engineering Group, Prof. Dr. Klaus Schmid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https://chatgpt.com/c/68e21d6a-baa4-8321-96cd-0b1075915337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060892134"/>
      </p:ext>
    </p:extLst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3092</TotalTime>
  <Words>514</Words>
  <Application>Microsoft Office PowerPoint</Application>
  <PresentationFormat>On-screen Show (4:3)</PresentationFormat>
  <Paragraphs>89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Retrospect</vt:lpstr>
      <vt:lpstr>PowerPoint Presentation</vt:lpstr>
      <vt:lpstr>TOC</vt:lpstr>
      <vt:lpstr>Meaning of Research</vt:lpstr>
      <vt:lpstr>Meaning of Research [1] </vt:lpstr>
      <vt:lpstr>Research [2]</vt:lpstr>
      <vt:lpstr>Research cycle [2]</vt:lpstr>
      <vt:lpstr>Research key features:</vt:lpstr>
      <vt:lpstr>Research key features:</vt:lpstr>
      <vt:lpstr>Research key features:</vt:lpstr>
      <vt:lpstr>Research key features [3]</vt:lpstr>
      <vt:lpstr>Research Toolbox</vt:lpstr>
      <vt:lpstr>Significance of Research</vt:lpstr>
      <vt:lpstr>Importance of Research</vt:lpstr>
      <vt:lpstr>How it should be conducted??</vt:lpstr>
      <vt:lpstr>Research vs. Development</vt:lpstr>
      <vt:lpstr>Research Model</vt:lpstr>
      <vt:lpstr> Why Undertake Research?</vt:lpstr>
      <vt:lpstr>References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Waqar Mehmood</cp:lastModifiedBy>
  <cp:revision>94</cp:revision>
  <dcterms:created xsi:type="dcterms:W3CDTF">2005-09-02T07:27:12Z</dcterms:created>
  <dcterms:modified xsi:type="dcterms:W3CDTF">2025-10-06T11:11:04Z</dcterms:modified>
</cp:coreProperties>
</file>