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5"/>
  </p:notesMasterIdLst>
  <p:handoutMasterIdLst>
    <p:handoutMasterId r:id="rId26"/>
  </p:handoutMasterIdLst>
  <p:sldIdLst>
    <p:sldId id="256" r:id="rId2"/>
    <p:sldId id="1268" r:id="rId3"/>
    <p:sldId id="1250" r:id="rId4"/>
    <p:sldId id="1272" r:id="rId5"/>
    <p:sldId id="1266" r:id="rId6"/>
    <p:sldId id="1282" r:id="rId7"/>
    <p:sldId id="1276" r:id="rId8"/>
    <p:sldId id="1267" r:id="rId9"/>
    <p:sldId id="1275" r:id="rId10"/>
    <p:sldId id="1277" r:id="rId11"/>
    <p:sldId id="1278" r:id="rId12"/>
    <p:sldId id="1279" r:id="rId13"/>
    <p:sldId id="1281" r:id="rId14"/>
    <p:sldId id="1284" r:id="rId15"/>
    <p:sldId id="1283" r:id="rId16"/>
    <p:sldId id="1280" r:id="rId17"/>
    <p:sldId id="1285" r:id="rId18"/>
    <p:sldId id="1286" r:id="rId19"/>
    <p:sldId id="1287" r:id="rId20"/>
    <p:sldId id="1288" r:id="rId21"/>
    <p:sldId id="1289" r:id="rId22"/>
    <p:sldId id="1290" r:id="rId23"/>
    <p:sldId id="1256" r:id="rId24"/>
  </p:sldIdLst>
  <p:sldSz cx="9144000" cy="6858000" type="screen4x3"/>
  <p:notesSz cx="6858000" cy="9236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2D2F51-D1C9-4E52-8A71-93F278FA19F7}" v="55" dt="2025-10-19T07:06:17.6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qar Mehmood" userId="3292cbd2-f35e-49d9-bb56-09c1031ccaa8" providerId="ADAL" clId="{2AEA685B-1534-46A1-B5A5-10E618C6580C}"/>
    <pc:docChg chg="undo custSel addSld delSld modSld sldOrd">
      <pc:chgData name="Waqar Mehmood" userId="3292cbd2-f35e-49d9-bb56-09c1031ccaa8" providerId="ADAL" clId="{2AEA685B-1534-46A1-B5A5-10E618C6580C}" dt="2025-10-19T12:17:21.796" v="1541" actId="47"/>
      <pc:docMkLst>
        <pc:docMk/>
      </pc:docMkLst>
      <pc:sldChg chg="modSp mod">
        <pc:chgData name="Waqar Mehmood" userId="3292cbd2-f35e-49d9-bb56-09c1031ccaa8" providerId="ADAL" clId="{2AEA685B-1534-46A1-B5A5-10E618C6580C}" dt="2025-10-18T06:12:48.201" v="711" actId="20577"/>
        <pc:sldMkLst>
          <pc:docMk/>
          <pc:sldMk cId="0" sldId="256"/>
        </pc:sldMkLst>
        <pc:spChg chg="mod">
          <ac:chgData name="Waqar Mehmood" userId="3292cbd2-f35e-49d9-bb56-09c1031ccaa8" providerId="ADAL" clId="{2AEA685B-1534-46A1-B5A5-10E618C6580C}" dt="2025-10-18T06:12:48.201" v="711" actId="20577"/>
          <ac:spMkLst>
            <pc:docMk/>
            <pc:sldMk cId="0" sldId="256"/>
            <ac:spMk id="3074" creationId="{00000000-0000-0000-0000-000000000000}"/>
          </ac:spMkLst>
        </pc:spChg>
      </pc:sldChg>
      <pc:sldChg chg="del">
        <pc:chgData name="Waqar Mehmood" userId="3292cbd2-f35e-49d9-bb56-09c1031ccaa8" providerId="ADAL" clId="{2AEA685B-1534-46A1-B5A5-10E618C6580C}" dt="2025-10-14T05:21:03.364" v="15" actId="47"/>
        <pc:sldMkLst>
          <pc:docMk/>
          <pc:sldMk cId="0" sldId="502"/>
        </pc:sldMkLst>
      </pc:sldChg>
      <pc:sldChg chg="del">
        <pc:chgData name="Waqar Mehmood" userId="3292cbd2-f35e-49d9-bb56-09c1031ccaa8" providerId="ADAL" clId="{2AEA685B-1534-46A1-B5A5-10E618C6580C}" dt="2025-10-14T05:21:03.364" v="15" actId="47"/>
        <pc:sldMkLst>
          <pc:docMk/>
          <pc:sldMk cId="445416071" sldId="1231"/>
        </pc:sldMkLst>
      </pc:sldChg>
      <pc:sldChg chg="del">
        <pc:chgData name="Waqar Mehmood" userId="3292cbd2-f35e-49d9-bb56-09c1031ccaa8" providerId="ADAL" clId="{2AEA685B-1534-46A1-B5A5-10E618C6580C}" dt="2025-10-14T05:21:03.364" v="15" actId="47"/>
        <pc:sldMkLst>
          <pc:docMk/>
          <pc:sldMk cId="3408927863" sldId="1233"/>
        </pc:sldMkLst>
      </pc:sldChg>
      <pc:sldChg chg="del">
        <pc:chgData name="Waqar Mehmood" userId="3292cbd2-f35e-49d9-bb56-09c1031ccaa8" providerId="ADAL" clId="{2AEA685B-1534-46A1-B5A5-10E618C6580C}" dt="2025-10-14T05:21:03.364" v="15" actId="47"/>
        <pc:sldMkLst>
          <pc:docMk/>
          <pc:sldMk cId="4250779109" sldId="1235"/>
        </pc:sldMkLst>
      </pc:sldChg>
      <pc:sldChg chg="del">
        <pc:chgData name="Waqar Mehmood" userId="3292cbd2-f35e-49d9-bb56-09c1031ccaa8" providerId="ADAL" clId="{2AEA685B-1534-46A1-B5A5-10E618C6580C}" dt="2025-10-14T05:21:03.364" v="15" actId="47"/>
        <pc:sldMkLst>
          <pc:docMk/>
          <pc:sldMk cId="2500367892" sldId="1236"/>
        </pc:sldMkLst>
      </pc:sldChg>
      <pc:sldChg chg="del">
        <pc:chgData name="Waqar Mehmood" userId="3292cbd2-f35e-49d9-bb56-09c1031ccaa8" providerId="ADAL" clId="{2AEA685B-1534-46A1-B5A5-10E618C6580C}" dt="2025-10-14T05:21:03.364" v="15" actId="47"/>
        <pc:sldMkLst>
          <pc:docMk/>
          <pc:sldMk cId="4174536429" sldId="1238"/>
        </pc:sldMkLst>
      </pc:sldChg>
      <pc:sldChg chg="del">
        <pc:chgData name="Waqar Mehmood" userId="3292cbd2-f35e-49d9-bb56-09c1031ccaa8" providerId="ADAL" clId="{2AEA685B-1534-46A1-B5A5-10E618C6580C}" dt="2025-10-14T05:21:03.364" v="15" actId="47"/>
        <pc:sldMkLst>
          <pc:docMk/>
          <pc:sldMk cId="168070923" sldId="1239"/>
        </pc:sldMkLst>
      </pc:sldChg>
      <pc:sldChg chg="del">
        <pc:chgData name="Waqar Mehmood" userId="3292cbd2-f35e-49d9-bb56-09c1031ccaa8" providerId="ADAL" clId="{2AEA685B-1534-46A1-B5A5-10E618C6580C}" dt="2025-10-14T05:21:03.364" v="15" actId="47"/>
        <pc:sldMkLst>
          <pc:docMk/>
          <pc:sldMk cId="2395799554" sldId="1240"/>
        </pc:sldMkLst>
      </pc:sldChg>
      <pc:sldChg chg="del">
        <pc:chgData name="Waqar Mehmood" userId="3292cbd2-f35e-49d9-bb56-09c1031ccaa8" providerId="ADAL" clId="{2AEA685B-1534-46A1-B5A5-10E618C6580C}" dt="2025-10-14T05:21:03.364" v="15" actId="47"/>
        <pc:sldMkLst>
          <pc:docMk/>
          <pc:sldMk cId="515117915" sldId="1241"/>
        </pc:sldMkLst>
      </pc:sldChg>
      <pc:sldChg chg="del">
        <pc:chgData name="Waqar Mehmood" userId="3292cbd2-f35e-49d9-bb56-09c1031ccaa8" providerId="ADAL" clId="{2AEA685B-1534-46A1-B5A5-10E618C6580C}" dt="2025-10-14T05:21:03.364" v="15" actId="47"/>
        <pc:sldMkLst>
          <pc:docMk/>
          <pc:sldMk cId="2766647399" sldId="1242"/>
        </pc:sldMkLst>
      </pc:sldChg>
      <pc:sldChg chg="del">
        <pc:chgData name="Waqar Mehmood" userId="3292cbd2-f35e-49d9-bb56-09c1031ccaa8" providerId="ADAL" clId="{2AEA685B-1534-46A1-B5A5-10E618C6580C}" dt="2025-10-14T05:21:03.364" v="15" actId="47"/>
        <pc:sldMkLst>
          <pc:docMk/>
          <pc:sldMk cId="599322232" sldId="1243"/>
        </pc:sldMkLst>
      </pc:sldChg>
      <pc:sldChg chg="del">
        <pc:chgData name="Waqar Mehmood" userId="3292cbd2-f35e-49d9-bb56-09c1031ccaa8" providerId="ADAL" clId="{2AEA685B-1534-46A1-B5A5-10E618C6580C}" dt="2025-10-14T05:21:03.364" v="15" actId="47"/>
        <pc:sldMkLst>
          <pc:docMk/>
          <pc:sldMk cId="116346096" sldId="1244"/>
        </pc:sldMkLst>
      </pc:sldChg>
      <pc:sldChg chg="del">
        <pc:chgData name="Waqar Mehmood" userId="3292cbd2-f35e-49d9-bb56-09c1031ccaa8" providerId="ADAL" clId="{2AEA685B-1534-46A1-B5A5-10E618C6580C}" dt="2025-10-14T05:21:03.364" v="15" actId="47"/>
        <pc:sldMkLst>
          <pc:docMk/>
          <pc:sldMk cId="3139816805" sldId="1245"/>
        </pc:sldMkLst>
      </pc:sldChg>
      <pc:sldChg chg="del">
        <pc:chgData name="Waqar Mehmood" userId="3292cbd2-f35e-49d9-bb56-09c1031ccaa8" providerId="ADAL" clId="{2AEA685B-1534-46A1-B5A5-10E618C6580C}" dt="2025-10-14T05:21:03.364" v="15" actId="47"/>
        <pc:sldMkLst>
          <pc:docMk/>
          <pc:sldMk cId="3367595410" sldId="1246"/>
        </pc:sldMkLst>
      </pc:sldChg>
      <pc:sldChg chg="del">
        <pc:chgData name="Waqar Mehmood" userId="3292cbd2-f35e-49d9-bb56-09c1031ccaa8" providerId="ADAL" clId="{2AEA685B-1534-46A1-B5A5-10E618C6580C}" dt="2025-10-14T05:21:03.364" v="15" actId="47"/>
        <pc:sldMkLst>
          <pc:docMk/>
          <pc:sldMk cId="2153435045" sldId="1247"/>
        </pc:sldMkLst>
      </pc:sldChg>
      <pc:sldChg chg="delSp add ord setBg delDesignElem">
        <pc:chgData name="Waqar Mehmood" userId="3292cbd2-f35e-49d9-bb56-09c1031ccaa8" providerId="ADAL" clId="{2AEA685B-1534-46A1-B5A5-10E618C6580C}" dt="2025-10-18T17:56:39.876" v="1325"/>
        <pc:sldMkLst>
          <pc:docMk/>
          <pc:sldMk cId="3602378668" sldId="1250"/>
        </pc:sldMkLst>
        <pc:spChg chg="del">
          <ac:chgData name="Waqar Mehmood" userId="3292cbd2-f35e-49d9-bb56-09c1031ccaa8" providerId="ADAL" clId="{2AEA685B-1534-46A1-B5A5-10E618C6580C}" dt="2025-10-18T07:04:03.347" v="714"/>
          <ac:spMkLst>
            <pc:docMk/>
            <pc:sldMk cId="3602378668" sldId="1250"/>
            <ac:spMk id="23" creationId="{C2579DAE-C141-48DB-810E-C070C300819E}"/>
          </ac:spMkLst>
        </pc:spChg>
        <pc:spChg chg="del">
          <ac:chgData name="Waqar Mehmood" userId="3292cbd2-f35e-49d9-bb56-09c1031ccaa8" providerId="ADAL" clId="{2AEA685B-1534-46A1-B5A5-10E618C6580C}" dt="2025-10-18T07:04:03.347" v="714"/>
          <ac:spMkLst>
            <pc:docMk/>
            <pc:sldMk cId="3602378668" sldId="1250"/>
            <ac:spMk id="24" creationId="{02FD90C3-6350-4D5B-9738-6E94EDF30F74}"/>
          </ac:spMkLst>
        </pc:spChg>
        <pc:spChg chg="del">
          <ac:chgData name="Waqar Mehmood" userId="3292cbd2-f35e-49d9-bb56-09c1031ccaa8" providerId="ADAL" clId="{2AEA685B-1534-46A1-B5A5-10E618C6580C}" dt="2025-10-18T07:04:03.347" v="714"/>
          <ac:spMkLst>
            <pc:docMk/>
            <pc:sldMk cId="3602378668" sldId="1250"/>
            <ac:spMk id="25" creationId="{BCD2D517-BC35-4439-AC31-06DF764F25FC}"/>
          </ac:spMkLst>
        </pc:spChg>
        <pc:spChg chg="del">
          <ac:chgData name="Waqar Mehmood" userId="3292cbd2-f35e-49d9-bb56-09c1031ccaa8" providerId="ADAL" clId="{2AEA685B-1534-46A1-B5A5-10E618C6580C}" dt="2025-10-18T07:04:03.347" v="714"/>
          <ac:spMkLst>
            <pc:docMk/>
            <pc:sldMk cId="3602378668" sldId="1250"/>
            <ac:spMk id="26" creationId="{2DD3F846-0483-40F5-A881-0C1AD2A0CAD7}"/>
          </ac:spMkLst>
        </pc:spChg>
      </pc:sldChg>
      <pc:sldChg chg="modSp add del mod">
        <pc:chgData name="Waqar Mehmood" userId="3292cbd2-f35e-49d9-bb56-09c1031ccaa8" providerId="ADAL" clId="{2AEA685B-1534-46A1-B5A5-10E618C6580C}" dt="2025-10-18T17:57:35.808" v="1330" actId="47"/>
        <pc:sldMkLst>
          <pc:docMk/>
          <pc:sldMk cId="2546219204" sldId="1253"/>
        </pc:sldMkLst>
        <pc:spChg chg="mod">
          <ac:chgData name="Waqar Mehmood" userId="3292cbd2-f35e-49d9-bb56-09c1031ccaa8" providerId="ADAL" clId="{2AEA685B-1534-46A1-B5A5-10E618C6580C}" dt="2025-10-18T10:52:26.319" v="931" actId="20577"/>
          <ac:spMkLst>
            <pc:docMk/>
            <pc:sldMk cId="2546219204" sldId="1253"/>
            <ac:spMk id="2" creationId="{0E9DB802-3DE3-BA88-BEAD-AA2A0346C774}"/>
          </ac:spMkLst>
        </pc:spChg>
      </pc:sldChg>
      <pc:sldChg chg="modSp del mod">
        <pc:chgData name="Waqar Mehmood" userId="3292cbd2-f35e-49d9-bb56-09c1031ccaa8" providerId="ADAL" clId="{2AEA685B-1534-46A1-B5A5-10E618C6580C}" dt="2025-10-19T12:17:21.796" v="1541" actId="47"/>
        <pc:sldMkLst>
          <pc:docMk/>
          <pc:sldMk cId="1772954151" sldId="1259"/>
        </pc:sldMkLst>
      </pc:sldChg>
      <pc:sldChg chg="del">
        <pc:chgData name="Waqar Mehmood" userId="3292cbd2-f35e-49d9-bb56-09c1031ccaa8" providerId="ADAL" clId="{2AEA685B-1534-46A1-B5A5-10E618C6580C}" dt="2025-10-14T05:21:03.364" v="15" actId="47"/>
        <pc:sldMkLst>
          <pc:docMk/>
          <pc:sldMk cId="2748567356" sldId="1263"/>
        </pc:sldMkLst>
      </pc:sldChg>
      <pc:sldChg chg="modSp del mod ord">
        <pc:chgData name="Waqar Mehmood" userId="3292cbd2-f35e-49d9-bb56-09c1031ccaa8" providerId="ADAL" clId="{2AEA685B-1534-46A1-B5A5-10E618C6580C}" dt="2025-10-19T12:17:20.672" v="1540" actId="47"/>
        <pc:sldMkLst>
          <pc:docMk/>
          <pc:sldMk cId="707805416" sldId="1264"/>
        </pc:sldMkLst>
      </pc:sldChg>
      <pc:sldChg chg="addSp delSp modSp new del mod ord">
        <pc:chgData name="Waqar Mehmood" userId="3292cbd2-f35e-49d9-bb56-09c1031ccaa8" providerId="ADAL" clId="{2AEA685B-1534-46A1-B5A5-10E618C6580C}" dt="2025-10-18T17:57:35.808" v="1330" actId="47"/>
        <pc:sldMkLst>
          <pc:docMk/>
          <pc:sldMk cId="404713045" sldId="1265"/>
        </pc:sldMkLst>
        <pc:spChg chg="mod">
          <ac:chgData name="Waqar Mehmood" userId="3292cbd2-f35e-49d9-bb56-09c1031ccaa8" providerId="ADAL" clId="{2AEA685B-1534-46A1-B5A5-10E618C6580C}" dt="2025-10-18T10:10:05.399" v="773" actId="20577"/>
          <ac:spMkLst>
            <pc:docMk/>
            <pc:sldMk cId="404713045" sldId="1265"/>
            <ac:spMk id="2" creationId="{9F52DC16-EC4E-C8F8-4787-9E25FB615F4E}"/>
          </ac:spMkLst>
        </pc:spChg>
        <pc:spChg chg="mod">
          <ac:chgData name="Waqar Mehmood" userId="3292cbd2-f35e-49d9-bb56-09c1031ccaa8" providerId="ADAL" clId="{2AEA685B-1534-46A1-B5A5-10E618C6580C}" dt="2025-10-18T10:25:34.854" v="790" actId="113"/>
          <ac:spMkLst>
            <pc:docMk/>
            <pc:sldMk cId="404713045" sldId="1265"/>
            <ac:spMk id="3" creationId="{0D401B39-BB9C-095A-912D-6DD16F8E381E}"/>
          </ac:spMkLst>
        </pc:spChg>
        <pc:spChg chg="add del">
          <ac:chgData name="Waqar Mehmood" userId="3292cbd2-f35e-49d9-bb56-09c1031ccaa8" providerId="ADAL" clId="{2AEA685B-1534-46A1-B5A5-10E618C6580C}" dt="2025-10-18T07:20:02.377" v="762" actId="478"/>
          <ac:spMkLst>
            <pc:docMk/>
            <pc:sldMk cId="404713045" sldId="1265"/>
            <ac:spMk id="5" creationId="{DA578ACA-43A9-A7B3-A108-FD2AFC15B846}"/>
          </ac:spMkLst>
        </pc:spChg>
      </pc:sldChg>
      <pc:sldChg chg="addSp delSp modSp new mod ord">
        <pc:chgData name="Waqar Mehmood" userId="3292cbd2-f35e-49d9-bb56-09c1031ccaa8" providerId="ADAL" clId="{2AEA685B-1534-46A1-B5A5-10E618C6580C}" dt="2025-10-18T17:58:03.917" v="1333" actId="207"/>
        <pc:sldMkLst>
          <pc:docMk/>
          <pc:sldMk cId="1999281148" sldId="1266"/>
        </pc:sldMkLst>
        <pc:spChg chg="mod">
          <ac:chgData name="Waqar Mehmood" userId="3292cbd2-f35e-49d9-bb56-09c1031ccaa8" providerId="ADAL" clId="{2AEA685B-1534-46A1-B5A5-10E618C6580C}" dt="2025-10-18T10:09:56.397" v="770" actId="20577"/>
          <ac:spMkLst>
            <pc:docMk/>
            <pc:sldMk cId="1999281148" sldId="1266"/>
            <ac:spMk id="2" creationId="{16444C1A-5793-433F-E4B0-22A2B654AE14}"/>
          </ac:spMkLst>
        </pc:spChg>
        <pc:spChg chg="add del mod">
          <ac:chgData name="Waqar Mehmood" userId="3292cbd2-f35e-49d9-bb56-09c1031ccaa8" providerId="ADAL" clId="{2AEA685B-1534-46A1-B5A5-10E618C6580C}" dt="2025-10-18T17:58:03.917" v="1333" actId="207"/>
          <ac:spMkLst>
            <pc:docMk/>
            <pc:sldMk cId="1999281148" sldId="1266"/>
            <ac:spMk id="3" creationId="{E240AE9E-565B-6830-1224-87D30054CE3D}"/>
          </ac:spMkLst>
        </pc:spChg>
      </pc:sldChg>
      <pc:sldChg chg="modSp new mod">
        <pc:chgData name="Waqar Mehmood" userId="3292cbd2-f35e-49d9-bb56-09c1031ccaa8" providerId="ADAL" clId="{2AEA685B-1534-46A1-B5A5-10E618C6580C}" dt="2025-10-18T11:04:28.540" v="1135" actId="207"/>
        <pc:sldMkLst>
          <pc:docMk/>
          <pc:sldMk cId="1443712853" sldId="1267"/>
        </pc:sldMkLst>
        <pc:spChg chg="mod">
          <ac:chgData name="Waqar Mehmood" userId="3292cbd2-f35e-49d9-bb56-09c1031ccaa8" providerId="ADAL" clId="{2AEA685B-1534-46A1-B5A5-10E618C6580C}" dt="2025-10-18T11:04:23.927" v="1134" actId="404"/>
          <ac:spMkLst>
            <pc:docMk/>
            <pc:sldMk cId="1443712853" sldId="1267"/>
            <ac:spMk id="2" creationId="{462447CF-7D2B-E614-DC37-54E95CCC73F1}"/>
          </ac:spMkLst>
        </pc:spChg>
        <pc:spChg chg="mod">
          <ac:chgData name="Waqar Mehmood" userId="3292cbd2-f35e-49d9-bb56-09c1031ccaa8" providerId="ADAL" clId="{2AEA685B-1534-46A1-B5A5-10E618C6580C}" dt="2025-10-18T11:04:28.540" v="1135" actId="207"/>
          <ac:spMkLst>
            <pc:docMk/>
            <pc:sldMk cId="1443712853" sldId="1267"/>
            <ac:spMk id="3" creationId="{5EC4BDC0-5669-FA53-035D-6CBCA50F62A8}"/>
          </ac:spMkLst>
        </pc:spChg>
      </pc:sldChg>
      <pc:sldChg chg="modSp new mod">
        <pc:chgData name="Waqar Mehmood" userId="3292cbd2-f35e-49d9-bb56-09c1031ccaa8" providerId="ADAL" clId="{2AEA685B-1534-46A1-B5A5-10E618C6580C}" dt="2025-10-18T17:56:55.208" v="1329" actId="6549"/>
        <pc:sldMkLst>
          <pc:docMk/>
          <pc:sldMk cId="979221978" sldId="1268"/>
        </pc:sldMkLst>
        <pc:spChg chg="mod">
          <ac:chgData name="Waqar Mehmood" userId="3292cbd2-f35e-49d9-bb56-09c1031ccaa8" providerId="ADAL" clId="{2AEA685B-1534-46A1-B5A5-10E618C6580C}" dt="2025-10-18T10:51:26.339" v="817" actId="20577"/>
          <ac:spMkLst>
            <pc:docMk/>
            <pc:sldMk cId="979221978" sldId="1268"/>
            <ac:spMk id="2" creationId="{422AB5FE-AC9B-672B-3D63-121E3FDD943A}"/>
          </ac:spMkLst>
        </pc:spChg>
        <pc:spChg chg="mod">
          <ac:chgData name="Waqar Mehmood" userId="3292cbd2-f35e-49d9-bb56-09c1031ccaa8" providerId="ADAL" clId="{2AEA685B-1534-46A1-B5A5-10E618C6580C}" dt="2025-10-18T17:56:55.208" v="1329" actId="6549"/>
          <ac:spMkLst>
            <pc:docMk/>
            <pc:sldMk cId="979221978" sldId="1268"/>
            <ac:spMk id="3" creationId="{E3B70271-617D-DB2A-A465-4A80B64D2A9F}"/>
          </ac:spMkLst>
        </pc:spChg>
      </pc:sldChg>
      <pc:sldChg chg="add">
        <pc:chgData name="Waqar Mehmood" userId="3292cbd2-f35e-49d9-bb56-09c1031ccaa8" providerId="ADAL" clId="{2AEA685B-1534-46A1-B5A5-10E618C6580C}" dt="2025-10-18T07:08:14.098" v="725"/>
        <pc:sldMkLst>
          <pc:docMk/>
          <pc:sldMk cId="3758969472" sldId="1272"/>
        </pc:sldMkLst>
      </pc:sldChg>
      <pc:sldChg chg="modSp new del mod ord">
        <pc:chgData name="Waqar Mehmood" userId="3292cbd2-f35e-49d9-bb56-09c1031ccaa8" providerId="ADAL" clId="{2AEA685B-1534-46A1-B5A5-10E618C6580C}" dt="2025-10-18T11:37:31.940" v="1235" actId="47"/>
        <pc:sldMkLst>
          <pc:docMk/>
          <pc:sldMk cId="9013048" sldId="1273"/>
        </pc:sldMkLst>
        <pc:spChg chg="mod">
          <ac:chgData name="Waqar Mehmood" userId="3292cbd2-f35e-49d9-bb56-09c1031ccaa8" providerId="ADAL" clId="{2AEA685B-1534-46A1-B5A5-10E618C6580C}" dt="2025-10-18T10:55:25.635" v="978" actId="20577"/>
          <ac:spMkLst>
            <pc:docMk/>
            <pc:sldMk cId="9013048" sldId="1273"/>
            <ac:spMk id="2" creationId="{4A127F9A-2A9C-B3BD-33E7-A80C87444D5C}"/>
          </ac:spMkLst>
        </pc:spChg>
        <pc:spChg chg="mod">
          <ac:chgData name="Waqar Mehmood" userId="3292cbd2-f35e-49d9-bb56-09c1031ccaa8" providerId="ADAL" clId="{2AEA685B-1534-46A1-B5A5-10E618C6580C}" dt="2025-10-18T10:56:58.518" v="1027" actId="27636"/>
          <ac:spMkLst>
            <pc:docMk/>
            <pc:sldMk cId="9013048" sldId="1273"/>
            <ac:spMk id="3" creationId="{4D58DF41-56C4-6BAD-E76E-0AFB4E4E65BE}"/>
          </ac:spMkLst>
        </pc:spChg>
      </pc:sldChg>
      <pc:sldChg chg="modSp new del mod ord">
        <pc:chgData name="Waqar Mehmood" userId="3292cbd2-f35e-49d9-bb56-09c1031ccaa8" providerId="ADAL" clId="{2AEA685B-1534-46A1-B5A5-10E618C6580C}" dt="2025-10-18T17:57:35.808" v="1330" actId="47"/>
        <pc:sldMkLst>
          <pc:docMk/>
          <pc:sldMk cId="2212576801" sldId="1274"/>
        </pc:sldMkLst>
        <pc:spChg chg="mod">
          <ac:chgData name="Waqar Mehmood" userId="3292cbd2-f35e-49d9-bb56-09c1031ccaa8" providerId="ADAL" clId="{2AEA685B-1534-46A1-B5A5-10E618C6580C}" dt="2025-10-18T10:32:54.494" v="796"/>
          <ac:spMkLst>
            <pc:docMk/>
            <pc:sldMk cId="2212576801" sldId="1274"/>
            <ac:spMk id="2" creationId="{79BD7621-5878-92CE-7C32-1E19EDD42288}"/>
          </ac:spMkLst>
        </pc:spChg>
        <pc:spChg chg="mod">
          <ac:chgData name="Waqar Mehmood" userId="3292cbd2-f35e-49d9-bb56-09c1031ccaa8" providerId="ADAL" clId="{2AEA685B-1534-46A1-B5A5-10E618C6580C}" dt="2025-10-18T10:35:42.230" v="802" actId="6549"/>
          <ac:spMkLst>
            <pc:docMk/>
            <pc:sldMk cId="2212576801" sldId="1274"/>
            <ac:spMk id="3" creationId="{0A0B2259-F3C8-9405-0E16-F8713D992126}"/>
          </ac:spMkLst>
        </pc:spChg>
      </pc:sldChg>
      <pc:sldChg chg="modSp new mod">
        <pc:chgData name="Waqar Mehmood" userId="3292cbd2-f35e-49d9-bb56-09c1031ccaa8" providerId="ADAL" clId="{2AEA685B-1534-46A1-B5A5-10E618C6580C}" dt="2025-10-18T11:04:17.063" v="1133" actId="404"/>
        <pc:sldMkLst>
          <pc:docMk/>
          <pc:sldMk cId="3215802698" sldId="1275"/>
        </pc:sldMkLst>
        <pc:spChg chg="mod">
          <ac:chgData name="Waqar Mehmood" userId="3292cbd2-f35e-49d9-bb56-09c1031ccaa8" providerId="ADAL" clId="{2AEA685B-1534-46A1-B5A5-10E618C6580C}" dt="2025-10-18T11:04:17.063" v="1133" actId="404"/>
          <ac:spMkLst>
            <pc:docMk/>
            <pc:sldMk cId="3215802698" sldId="1275"/>
            <ac:spMk id="2" creationId="{F5D04444-3F0E-E8EA-C67A-5136C5776741}"/>
          </ac:spMkLst>
        </pc:spChg>
        <pc:spChg chg="mod">
          <ac:chgData name="Waqar Mehmood" userId="3292cbd2-f35e-49d9-bb56-09c1031ccaa8" providerId="ADAL" clId="{2AEA685B-1534-46A1-B5A5-10E618C6580C}" dt="2025-10-18T10:56:06.831" v="999" actId="108"/>
          <ac:spMkLst>
            <pc:docMk/>
            <pc:sldMk cId="3215802698" sldId="1275"/>
            <ac:spMk id="3" creationId="{41F21DC6-A635-698E-84C9-28002871918E}"/>
          </ac:spMkLst>
        </pc:spChg>
      </pc:sldChg>
      <pc:sldChg chg="modSp new mod">
        <pc:chgData name="Waqar Mehmood" userId="3292cbd2-f35e-49d9-bb56-09c1031ccaa8" providerId="ADAL" clId="{2AEA685B-1534-46A1-B5A5-10E618C6580C}" dt="2025-10-18T11:01:50.058" v="1067" actId="403"/>
        <pc:sldMkLst>
          <pc:docMk/>
          <pc:sldMk cId="1099714569" sldId="1276"/>
        </pc:sldMkLst>
        <pc:spChg chg="mod">
          <ac:chgData name="Waqar Mehmood" userId="3292cbd2-f35e-49d9-bb56-09c1031ccaa8" providerId="ADAL" clId="{2AEA685B-1534-46A1-B5A5-10E618C6580C}" dt="2025-10-18T10:58:24.484" v="1031"/>
          <ac:spMkLst>
            <pc:docMk/>
            <pc:sldMk cId="1099714569" sldId="1276"/>
            <ac:spMk id="2" creationId="{951E362C-4C85-A985-B0A1-7735EDEE857C}"/>
          </ac:spMkLst>
        </pc:spChg>
        <pc:spChg chg="mod">
          <ac:chgData name="Waqar Mehmood" userId="3292cbd2-f35e-49d9-bb56-09c1031ccaa8" providerId="ADAL" clId="{2AEA685B-1534-46A1-B5A5-10E618C6580C}" dt="2025-10-18T11:01:50.058" v="1067" actId="403"/>
          <ac:spMkLst>
            <pc:docMk/>
            <pc:sldMk cId="1099714569" sldId="1276"/>
            <ac:spMk id="3" creationId="{D9EDA3EE-D2FC-C251-4F69-84FEF79DF2B6}"/>
          </ac:spMkLst>
        </pc:spChg>
      </pc:sldChg>
      <pc:sldChg chg="modSp new mod">
        <pc:chgData name="Waqar Mehmood" userId="3292cbd2-f35e-49d9-bb56-09c1031ccaa8" providerId="ADAL" clId="{2AEA685B-1534-46A1-B5A5-10E618C6580C}" dt="2025-10-18T11:04:52.825" v="1138" actId="255"/>
        <pc:sldMkLst>
          <pc:docMk/>
          <pc:sldMk cId="3979896108" sldId="1277"/>
        </pc:sldMkLst>
        <pc:spChg chg="mod">
          <ac:chgData name="Waqar Mehmood" userId="3292cbd2-f35e-49d9-bb56-09c1031ccaa8" providerId="ADAL" clId="{2AEA685B-1534-46A1-B5A5-10E618C6580C}" dt="2025-10-18T11:04:52.825" v="1138" actId="255"/>
          <ac:spMkLst>
            <pc:docMk/>
            <pc:sldMk cId="3979896108" sldId="1277"/>
            <ac:spMk id="2" creationId="{26C2434B-A259-3630-AFFF-8F28EB322316}"/>
          </ac:spMkLst>
        </pc:spChg>
        <pc:spChg chg="mod">
          <ac:chgData name="Waqar Mehmood" userId="3292cbd2-f35e-49d9-bb56-09c1031ccaa8" providerId="ADAL" clId="{2AEA685B-1534-46A1-B5A5-10E618C6580C}" dt="2025-10-18T11:03:54.420" v="1105" actId="6549"/>
          <ac:spMkLst>
            <pc:docMk/>
            <pc:sldMk cId="3979896108" sldId="1277"/>
            <ac:spMk id="3" creationId="{0649EFFC-27C3-C84C-FA93-67E0D77EF379}"/>
          </ac:spMkLst>
        </pc:spChg>
      </pc:sldChg>
      <pc:sldChg chg="modSp new mod">
        <pc:chgData name="Waqar Mehmood" userId="3292cbd2-f35e-49d9-bb56-09c1031ccaa8" providerId="ADAL" clId="{2AEA685B-1534-46A1-B5A5-10E618C6580C}" dt="2025-10-18T11:06:17.760" v="1177" actId="15"/>
        <pc:sldMkLst>
          <pc:docMk/>
          <pc:sldMk cId="482455260" sldId="1278"/>
        </pc:sldMkLst>
        <pc:spChg chg="mod">
          <ac:chgData name="Waqar Mehmood" userId="3292cbd2-f35e-49d9-bb56-09c1031ccaa8" providerId="ADAL" clId="{2AEA685B-1534-46A1-B5A5-10E618C6580C}" dt="2025-10-18T11:05:16.009" v="1142" actId="404"/>
          <ac:spMkLst>
            <pc:docMk/>
            <pc:sldMk cId="482455260" sldId="1278"/>
            <ac:spMk id="2" creationId="{8AC1CFD1-15C9-E71C-02AF-0D23274667BC}"/>
          </ac:spMkLst>
        </pc:spChg>
        <pc:spChg chg="mod">
          <ac:chgData name="Waqar Mehmood" userId="3292cbd2-f35e-49d9-bb56-09c1031ccaa8" providerId="ADAL" clId="{2AEA685B-1534-46A1-B5A5-10E618C6580C}" dt="2025-10-18T11:06:17.760" v="1177" actId="15"/>
          <ac:spMkLst>
            <pc:docMk/>
            <pc:sldMk cId="482455260" sldId="1278"/>
            <ac:spMk id="3" creationId="{5AAD6A09-3F0A-4176-E440-88B8C6CDF9CC}"/>
          </ac:spMkLst>
        </pc:spChg>
      </pc:sldChg>
      <pc:sldChg chg="modSp new mod">
        <pc:chgData name="Waqar Mehmood" userId="3292cbd2-f35e-49d9-bb56-09c1031ccaa8" providerId="ADAL" clId="{2AEA685B-1534-46A1-B5A5-10E618C6580C}" dt="2025-10-18T11:38:54.039" v="1306" actId="27636"/>
        <pc:sldMkLst>
          <pc:docMk/>
          <pc:sldMk cId="3188846411" sldId="1279"/>
        </pc:sldMkLst>
        <pc:spChg chg="mod">
          <ac:chgData name="Waqar Mehmood" userId="3292cbd2-f35e-49d9-bb56-09c1031ccaa8" providerId="ADAL" clId="{2AEA685B-1534-46A1-B5A5-10E618C6580C}" dt="2025-10-18T11:08:13.959" v="1180" actId="404"/>
          <ac:spMkLst>
            <pc:docMk/>
            <pc:sldMk cId="3188846411" sldId="1279"/>
            <ac:spMk id="2" creationId="{30CF9942-D09A-42DD-CE15-B0FC2DEC59D1}"/>
          </ac:spMkLst>
        </pc:spChg>
        <pc:spChg chg="mod">
          <ac:chgData name="Waqar Mehmood" userId="3292cbd2-f35e-49d9-bb56-09c1031ccaa8" providerId="ADAL" clId="{2AEA685B-1534-46A1-B5A5-10E618C6580C}" dt="2025-10-18T11:38:54.039" v="1306" actId="27636"/>
          <ac:spMkLst>
            <pc:docMk/>
            <pc:sldMk cId="3188846411" sldId="1279"/>
            <ac:spMk id="3" creationId="{6F75006C-14FF-5742-1860-1D0B596CCDF9}"/>
          </ac:spMkLst>
        </pc:spChg>
      </pc:sldChg>
      <pc:sldChg chg="modSp new mod">
        <pc:chgData name="Waqar Mehmood" userId="3292cbd2-f35e-49d9-bb56-09c1031ccaa8" providerId="ADAL" clId="{2AEA685B-1534-46A1-B5A5-10E618C6580C}" dt="2025-10-19T06:54:00.459" v="1447" actId="404"/>
        <pc:sldMkLst>
          <pc:docMk/>
          <pc:sldMk cId="4013780926" sldId="1280"/>
        </pc:sldMkLst>
        <pc:spChg chg="mod">
          <ac:chgData name="Waqar Mehmood" userId="3292cbd2-f35e-49d9-bb56-09c1031ccaa8" providerId="ADAL" clId="{2AEA685B-1534-46A1-B5A5-10E618C6580C}" dt="2025-10-19T06:53:41.437" v="1444" actId="404"/>
          <ac:spMkLst>
            <pc:docMk/>
            <pc:sldMk cId="4013780926" sldId="1280"/>
            <ac:spMk id="2" creationId="{161FFDF7-D3BE-C722-C0F1-67FB81B3E932}"/>
          </ac:spMkLst>
        </pc:spChg>
        <pc:spChg chg="mod">
          <ac:chgData name="Waqar Mehmood" userId="3292cbd2-f35e-49d9-bb56-09c1031ccaa8" providerId="ADAL" clId="{2AEA685B-1534-46A1-B5A5-10E618C6580C}" dt="2025-10-19T06:54:00.459" v="1447" actId="404"/>
          <ac:spMkLst>
            <pc:docMk/>
            <pc:sldMk cId="4013780926" sldId="1280"/>
            <ac:spMk id="3" creationId="{6842153E-7B52-0B17-DA7C-23AF70F1AF81}"/>
          </ac:spMkLst>
        </pc:spChg>
      </pc:sldChg>
      <pc:sldChg chg="addSp delSp modSp new mod">
        <pc:chgData name="Waqar Mehmood" userId="3292cbd2-f35e-49d9-bb56-09c1031ccaa8" providerId="ADAL" clId="{2AEA685B-1534-46A1-B5A5-10E618C6580C}" dt="2025-10-18T16:36:57.172" v="1323" actId="14734"/>
        <pc:sldMkLst>
          <pc:docMk/>
          <pc:sldMk cId="636375620" sldId="1281"/>
        </pc:sldMkLst>
        <pc:spChg chg="mod">
          <ac:chgData name="Waqar Mehmood" userId="3292cbd2-f35e-49d9-bb56-09c1031ccaa8" providerId="ADAL" clId="{2AEA685B-1534-46A1-B5A5-10E618C6580C}" dt="2025-10-18T11:40:10.130" v="1321"/>
          <ac:spMkLst>
            <pc:docMk/>
            <pc:sldMk cId="636375620" sldId="1281"/>
            <ac:spMk id="2" creationId="{2E5E8396-E71C-C40F-2524-79362E3DA044}"/>
          </ac:spMkLst>
        </pc:spChg>
        <pc:spChg chg="del">
          <ac:chgData name="Waqar Mehmood" userId="3292cbd2-f35e-49d9-bb56-09c1031ccaa8" providerId="ADAL" clId="{2AEA685B-1534-46A1-B5A5-10E618C6580C}" dt="2025-10-18T11:39:29.060" v="1308"/>
          <ac:spMkLst>
            <pc:docMk/>
            <pc:sldMk cId="636375620" sldId="1281"/>
            <ac:spMk id="3" creationId="{6D75AA63-2B71-233C-1DCD-9C1238C175FF}"/>
          </ac:spMkLst>
        </pc:spChg>
        <pc:graphicFrameChg chg="add mod modGraphic">
          <ac:chgData name="Waqar Mehmood" userId="3292cbd2-f35e-49d9-bb56-09c1031ccaa8" providerId="ADAL" clId="{2AEA685B-1534-46A1-B5A5-10E618C6580C}" dt="2025-10-18T16:36:57.172" v="1323" actId="14734"/>
          <ac:graphicFrameMkLst>
            <pc:docMk/>
            <pc:sldMk cId="636375620" sldId="1281"/>
            <ac:graphicFrameMk id="4" creationId="{D5A73E3A-04FF-0389-DBD4-AF61DC619F25}"/>
          </ac:graphicFrameMkLst>
        </pc:graphicFrameChg>
      </pc:sldChg>
      <pc:sldChg chg="modSp new mod">
        <pc:chgData name="Waqar Mehmood" userId="3292cbd2-f35e-49d9-bb56-09c1031ccaa8" providerId="ADAL" clId="{2AEA685B-1534-46A1-B5A5-10E618C6580C}" dt="2025-10-18T18:00:31.210" v="1373" actId="5793"/>
        <pc:sldMkLst>
          <pc:docMk/>
          <pc:sldMk cId="762504312" sldId="1282"/>
        </pc:sldMkLst>
        <pc:spChg chg="mod">
          <ac:chgData name="Waqar Mehmood" userId="3292cbd2-f35e-49d9-bb56-09c1031ccaa8" providerId="ADAL" clId="{2AEA685B-1534-46A1-B5A5-10E618C6580C}" dt="2025-10-18T17:59:37.805" v="1340" actId="20577"/>
          <ac:spMkLst>
            <pc:docMk/>
            <pc:sldMk cId="762504312" sldId="1282"/>
            <ac:spMk id="2" creationId="{BAFEF356-CC06-05DB-95F9-49D4DB8E9F71}"/>
          </ac:spMkLst>
        </pc:spChg>
        <pc:spChg chg="mod">
          <ac:chgData name="Waqar Mehmood" userId="3292cbd2-f35e-49d9-bb56-09c1031ccaa8" providerId="ADAL" clId="{2AEA685B-1534-46A1-B5A5-10E618C6580C}" dt="2025-10-18T18:00:31.210" v="1373" actId="5793"/>
          <ac:spMkLst>
            <pc:docMk/>
            <pc:sldMk cId="762504312" sldId="1282"/>
            <ac:spMk id="3" creationId="{365AF372-0BF2-0B60-A48B-68E3A476849F}"/>
          </ac:spMkLst>
        </pc:spChg>
      </pc:sldChg>
      <pc:sldChg chg="modSp new mod">
        <pc:chgData name="Waqar Mehmood" userId="3292cbd2-f35e-49d9-bb56-09c1031ccaa8" providerId="ADAL" clId="{2AEA685B-1534-46A1-B5A5-10E618C6580C}" dt="2025-10-19T06:53:21.230" v="1438" actId="20577"/>
        <pc:sldMkLst>
          <pc:docMk/>
          <pc:sldMk cId="3255972510" sldId="1283"/>
        </pc:sldMkLst>
        <pc:spChg chg="mod">
          <ac:chgData name="Waqar Mehmood" userId="3292cbd2-f35e-49d9-bb56-09c1031ccaa8" providerId="ADAL" clId="{2AEA685B-1534-46A1-B5A5-10E618C6580C}" dt="2025-10-19T06:52:53.318" v="1435"/>
          <ac:spMkLst>
            <pc:docMk/>
            <pc:sldMk cId="3255972510" sldId="1283"/>
            <ac:spMk id="2" creationId="{27FF19C3-D199-D14E-D0A4-BF3A6DBB5180}"/>
          </ac:spMkLst>
        </pc:spChg>
        <pc:spChg chg="mod">
          <ac:chgData name="Waqar Mehmood" userId="3292cbd2-f35e-49d9-bb56-09c1031ccaa8" providerId="ADAL" clId="{2AEA685B-1534-46A1-B5A5-10E618C6580C}" dt="2025-10-19T06:53:21.230" v="1438" actId="20577"/>
          <ac:spMkLst>
            <pc:docMk/>
            <pc:sldMk cId="3255972510" sldId="1283"/>
            <ac:spMk id="3" creationId="{4FCAD9D7-7E10-CD3B-9DE6-1DA647DDB7B6}"/>
          </ac:spMkLst>
        </pc:spChg>
      </pc:sldChg>
      <pc:sldChg chg="modSp new mod ord">
        <pc:chgData name="Waqar Mehmood" userId="3292cbd2-f35e-49d9-bb56-09c1031ccaa8" providerId="ADAL" clId="{2AEA685B-1534-46A1-B5A5-10E618C6580C}" dt="2025-10-19T06:52:14.984" v="1434"/>
        <pc:sldMkLst>
          <pc:docMk/>
          <pc:sldMk cId="3697708720" sldId="1284"/>
        </pc:sldMkLst>
        <pc:spChg chg="mod">
          <ac:chgData name="Waqar Mehmood" userId="3292cbd2-f35e-49d9-bb56-09c1031ccaa8" providerId="ADAL" clId="{2AEA685B-1534-46A1-B5A5-10E618C6580C}" dt="2025-10-19T06:52:11.637" v="1432" actId="207"/>
          <ac:spMkLst>
            <pc:docMk/>
            <pc:sldMk cId="3697708720" sldId="1284"/>
            <ac:spMk id="2" creationId="{5E32DDB1-431B-6617-8384-3E52911F01A8}"/>
          </ac:spMkLst>
        </pc:spChg>
      </pc:sldChg>
      <pc:sldChg chg="modSp new mod">
        <pc:chgData name="Waqar Mehmood" userId="3292cbd2-f35e-49d9-bb56-09c1031ccaa8" providerId="ADAL" clId="{2AEA685B-1534-46A1-B5A5-10E618C6580C}" dt="2025-10-19T06:55:16.834" v="1461" actId="20577"/>
        <pc:sldMkLst>
          <pc:docMk/>
          <pc:sldMk cId="381082925" sldId="1285"/>
        </pc:sldMkLst>
        <pc:spChg chg="mod">
          <ac:chgData name="Waqar Mehmood" userId="3292cbd2-f35e-49d9-bb56-09c1031ccaa8" providerId="ADAL" clId="{2AEA685B-1534-46A1-B5A5-10E618C6580C}" dt="2025-10-19T06:54:39.819" v="1455" actId="403"/>
          <ac:spMkLst>
            <pc:docMk/>
            <pc:sldMk cId="381082925" sldId="1285"/>
            <ac:spMk id="2" creationId="{74E65EDB-2546-2D84-03C9-1DE13972D094}"/>
          </ac:spMkLst>
        </pc:spChg>
        <pc:spChg chg="mod">
          <ac:chgData name="Waqar Mehmood" userId="3292cbd2-f35e-49d9-bb56-09c1031ccaa8" providerId="ADAL" clId="{2AEA685B-1534-46A1-B5A5-10E618C6580C}" dt="2025-10-19T06:55:16.834" v="1461" actId="20577"/>
          <ac:spMkLst>
            <pc:docMk/>
            <pc:sldMk cId="381082925" sldId="1285"/>
            <ac:spMk id="3" creationId="{8AF51B90-5121-AA23-29A8-69E516412E5B}"/>
          </ac:spMkLst>
        </pc:spChg>
      </pc:sldChg>
      <pc:sldChg chg="modSp new mod">
        <pc:chgData name="Waqar Mehmood" userId="3292cbd2-f35e-49d9-bb56-09c1031ccaa8" providerId="ADAL" clId="{2AEA685B-1534-46A1-B5A5-10E618C6580C}" dt="2025-10-19T06:56:11.201" v="1470" actId="12"/>
        <pc:sldMkLst>
          <pc:docMk/>
          <pc:sldMk cId="4259653171" sldId="1286"/>
        </pc:sldMkLst>
        <pc:spChg chg="mod">
          <ac:chgData name="Waqar Mehmood" userId="3292cbd2-f35e-49d9-bb56-09c1031ccaa8" providerId="ADAL" clId="{2AEA685B-1534-46A1-B5A5-10E618C6580C}" dt="2025-10-19T06:55:37.085" v="1464" actId="404"/>
          <ac:spMkLst>
            <pc:docMk/>
            <pc:sldMk cId="4259653171" sldId="1286"/>
            <ac:spMk id="2" creationId="{C89CB078-BC16-B1AB-119A-6AB496D9E739}"/>
          </ac:spMkLst>
        </pc:spChg>
        <pc:spChg chg="mod">
          <ac:chgData name="Waqar Mehmood" userId="3292cbd2-f35e-49d9-bb56-09c1031ccaa8" providerId="ADAL" clId="{2AEA685B-1534-46A1-B5A5-10E618C6580C}" dt="2025-10-19T06:56:11.201" v="1470" actId="12"/>
          <ac:spMkLst>
            <pc:docMk/>
            <pc:sldMk cId="4259653171" sldId="1286"/>
            <ac:spMk id="3" creationId="{E49B849A-7DAB-7CC1-97F8-C76D74D59DDC}"/>
          </ac:spMkLst>
        </pc:spChg>
      </pc:sldChg>
      <pc:sldChg chg="modSp new mod">
        <pc:chgData name="Waqar Mehmood" userId="3292cbd2-f35e-49d9-bb56-09c1031ccaa8" providerId="ADAL" clId="{2AEA685B-1534-46A1-B5A5-10E618C6580C}" dt="2025-10-19T06:57:40.070" v="1478" actId="404"/>
        <pc:sldMkLst>
          <pc:docMk/>
          <pc:sldMk cId="2278853992" sldId="1287"/>
        </pc:sldMkLst>
        <pc:spChg chg="mod">
          <ac:chgData name="Waqar Mehmood" userId="3292cbd2-f35e-49d9-bb56-09c1031ccaa8" providerId="ADAL" clId="{2AEA685B-1534-46A1-B5A5-10E618C6580C}" dt="2025-10-19T06:57:19.681" v="1473" actId="404"/>
          <ac:spMkLst>
            <pc:docMk/>
            <pc:sldMk cId="2278853992" sldId="1287"/>
            <ac:spMk id="2" creationId="{3F2AD1C7-704F-ADAA-5C84-3BA2D0D05C1F}"/>
          </ac:spMkLst>
        </pc:spChg>
        <pc:spChg chg="mod">
          <ac:chgData name="Waqar Mehmood" userId="3292cbd2-f35e-49d9-bb56-09c1031ccaa8" providerId="ADAL" clId="{2AEA685B-1534-46A1-B5A5-10E618C6580C}" dt="2025-10-19T06:57:40.070" v="1478" actId="404"/>
          <ac:spMkLst>
            <pc:docMk/>
            <pc:sldMk cId="2278853992" sldId="1287"/>
            <ac:spMk id="3" creationId="{E1605953-19C6-DB21-2A09-AB7F39105EE6}"/>
          </ac:spMkLst>
        </pc:spChg>
      </pc:sldChg>
      <pc:sldChg chg="modSp new mod">
        <pc:chgData name="Waqar Mehmood" userId="3292cbd2-f35e-49d9-bb56-09c1031ccaa8" providerId="ADAL" clId="{2AEA685B-1534-46A1-B5A5-10E618C6580C}" dt="2025-10-19T06:58:41.081" v="1488" actId="403"/>
        <pc:sldMkLst>
          <pc:docMk/>
          <pc:sldMk cId="1493638367" sldId="1288"/>
        </pc:sldMkLst>
        <pc:spChg chg="mod">
          <ac:chgData name="Waqar Mehmood" userId="3292cbd2-f35e-49d9-bb56-09c1031ccaa8" providerId="ADAL" clId="{2AEA685B-1534-46A1-B5A5-10E618C6580C}" dt="2025-10-19T06:58:04.237" v="1480"/>
          <ac:spMkLst>
            <pc:docMk/>
            <pc:sldMk cId="1493638367" sldId="1288"/>
            <ac:spMk id="2" creationId="{D379E846-2AFA-44AE-517D-0FC1B4786C11}"/>
          </ac:spMkLst>
        </pc:spChg>
        <pc:spChg chg="mod">
          <ac:chgData name="Waqar Mehmood" userId="3292cbd2-f35e-49d9-bb56-09c1031ccaa8" providerId="ADAL" clId="{2AEA685B-1534-46A1-B5A5-10E618C6580C}" dt="2025-10-19T06:58:41.081" v="1488" actId="403"/>
          <ac:spMkLst>
            <pc:docMk/>
            <pc:sldMk cId="1493638367" sldId="1288"/>
            <ac:spMk id="3" creationId="{891C94BF-5941-D5D0-C578-5D27FE6A5835}"/>
          </ac:spMkLst>
        </pc:spChg>
      </pc:sldChg>
      <pc:sldChg chg="modSp new mod">
        <pc:chgData name="Waqar Mehmood" userId="3292cbd2-f35e-49d9-bb56-09c1031ccaa8" providerId="ADAL" clId="{2AEA685B-1534-46A1-B5A5-10E618C6580C}" dt="2025-10-19T07:03:42.279" v="1505" actId="27636"/>
        <pc:sldMkLst>
          <pc:docMk/>
          <pc:sldMk cId="4245514148" sldId="1289"/>
        </pc:sldMkLst>
        <pc:spChg chg="mod">
          <ac:chgData name="Waqar Mehmood" userId="3292cbd2-f35e-49d9-bb56-09c1031ccaa8" providerId="ADAL" clId="{2AEA685B-1534-46A1-B5A5-10E618C6580C}" dt="2025-10-19T07:02:54.825" v="1493" actId="20577"/>
          <ac:spMkLst>
            <pc:docMk/>
            <pc:sldMk cId="4245514148" sldId="1289"/>
            <ac:spMk id="2" creationId="{88E7C44C-CA1C-D2A3-095C-CF2DCFADEB55}"/>
          </ac:spMkLst>
        </pc:spChg>
        <pc:spChg chg="mod">
          <ac:chgData name="Waqar Mehmood" userId="3292cbd2-f35e-49d9-bb56-09c1031ccaa8" providerId="ADAL" clId="{2AEA685B-1534-46A1-B5A5-10E618C6580C}" dt="2025-10-19T07:03:42.279" v="1505" actId="27636"/>
          <ac:spMkLst>
            <pc:docMk/>
            <pc:sldMk cId="4245514148" sldId="1289"/>
            <ac:spMk id="3" creationId="{A1FFBAA8-6D1F-7071-1EDB-3EE4CF9F3936}"/>
          </ac:spMkLst>
        </pc:spChg>
      </pc:sldChg>
      <pc:sldChg chg="modSp new mod">
        <pc:chgData name="Waqar Mehmood" userId="3292cbd2-f35e-49d9-bb56-09c1031ccaa8" providerId="ADAL" clId="{2AEA685B-1534-46A1-B5A5-10E618C6580C}" dt="2025-10-19T07:07:08.158" v="1539" actId="403"/>
        <pc:sldMkLst>
          <pc:docMk/>
          <pc:sldMk cId="411496872" sldId="1290"/>
        </pc:sldMkLst>
        <pc:spChg chg="mod">
          <ac:chgData name="Waqar Mehmood" userId="3292cbd2-f35e-49d9-bb56-09c1031ccaa8" providerId="ADAL" clId="{2AEA685B-1534-46A1-B5A5-10E618C6580C}" dt="2025-10-19T07:05:50.507" v="1510" actId="20577"/>
          <ac:spMkLst>
            <pc:docMk/>
            <pc:sldMk cId="411496872" sldId="1290"/>
            <ac:spMk id="2" creationId="{661839E3-27BB-26B4-2734-DFF3394D369D}"/>
          </ac:spMkLst>
        </pc:spChg>
        <pc:spChg chg="mod">
          <ac:chgData name="Waqar Mehmood" userId="3292cbd2-f35e-49d9-bb56-09c1031ccaa8" providerId="ADAL" clId="{2AEA685B-1534-46A1-B5A5-10E618C6580C}" dt="2025-10-19T07:07:08.158" v="1539" actId="403"/>
          <ac:spMkLst>
            <pc:docMk/>
            <pc:sldMk cId="411496872" sldId="1290"/>
            <ac:spMk id="3" creationId="{D975ABD6-E1DA-F9D6-E748-317F17F209D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525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772525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96C894EF-9488-4D35-9130-7694BCBA27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11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0EE95-803B-4E53-91F8-3DF3B93A4908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20775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87850"/>
            <a:ext cx="5486400" cy="4156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772525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3B187-4D39-495F-84CF-B8945F7879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67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E3B187-4D39-495F-84CF-B8945F7879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14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771CAE-5CAC-4F60-8345-C4F51066B6B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140850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30188" indent="-230188"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</a:defRPr>
            </a:lvl1pPr>
            <a:lvl2pPr marL="384048" indent="-182880">
              <a:buSzPct val="100000"/>
              <a:buFont typeface="Wingdings" panose="05000000000000000000" pitchFamily="2" charset="2"/>
              <a:buChar char="§"/>
              <a:defRPr sz="2400"/>
            </a:lvl2pPr>
            <a:lvl3pPr marL="566928" indent="-182880">
              <a:buSzPct val="100000"/>
              <a:buFont typeface="Wingdings" panose="05000000000000000000" pitchFamily="2" charset="2"/>
              <a:buChar char="§"/>
              <a:defRPr sz="1600"/>
            </a:lvl3pPr>
            <a:lvl4pPr marL="749808" indent="-182880">
              <a:buSzPct val="100000"/>
              <a:buFont typeface="Wingdings" panose="05000000000000000000" pitchFamily="2" charset="2"/>
              <a:buChar char="§"/>
              <a:defRPr sz="1600"/>
            </a:lvl4pPr>
            <a:lvl5pPr marL="932688" indent="-182880">
              <a:buSzPct val="100000"/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510356-B4B6-4354-87E2-234B7B5DACA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67178"/>
      </p:ext>
    </p:extLst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D04577-3CD8-47B5-A651-1AFD67A89B1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801119"/>
      </p:ext>
    </p:extLst>
  </p:cSld>
  <p:clrMapOvr>
    <a:masterClrMapping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E3B67B-729C-47AE-91A4-88361042CB4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65336"/>
      </p:ext>
    </p:extLst>
  </p:cSld>
  <p:clrMapOvr>
    <a:masterClrMapping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1CC1A7-764A-407B-B50D-C7029F388C1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25995"/>
      </p:ext>
    </p:extLst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35C997-5889-4FDB-86B4-6061B6772DF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10228"/>
      </p:ext>
    </p:extLst>
  </p:cSld>
  <p:clrMapOvr>
    <a:masterClrMapping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1A0100-AEC5-4000-95F3-336AD45802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64444"/>
      </p:ext>
    </p:extLst>
  </p:cSld>
  <p:clrMapOvr>
    <a:masterClrMapping/>
  </p:clrMapOvr>
  <p:transition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809B26D-639D-4AE6-BA73-61D00A5CE4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80852"/>
      </p:ext>
    </p:extLst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36EED5-B0BC-44CB-B5D4-AF347C4ECC9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97020"/>
      </p:ext>
    </p:extLst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0A28BC-69F5-4F9B-AEB6-B9E30EB4727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15906"/>
      </p:ext>
    </p:extLst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E928DC-2385-4E1F-B3EE-EFC00C0308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07829"/>
      </p:ext>
    </p:extLst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B1500E4-0D11-4A7C-8488-D343FF85788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87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685800"/>
            <a:ext cx="8229600" cy="1143000"/>
          </a:xfrm>
        </p:spPr>
        <p:txBody>
          <a:bodyPr>
            <a:normAutofit/>
          </a:bodyPr>
          <a:lstStyle/>
          <a:p>
            <a:pPr algn="ctr"/>
            <a:endParaRPr lang="en-US" sz="3200" dirty="0"/>
          </a:p>
        </p:txBody>
      </p:sp>
      <p:sp>
        <p:nvSpPr>
          <p:cNvPr id="3074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026091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buFont typeface="Wingdings" pitchFamily="2" charset="2"/>
              <a:buNone/>
            </a:pPr>
            <a:endParaRPr lang="en-US" sz="2800" dirty="0">
              <a:solidFill>
                <a:srgbClr val="002060"/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rgbClr val="FF0000"/>
                </a:solidFill>
                <a:latin typeface="+mj-lt"/>
              </a:rPr>
              <a:t>Week 4-1</a:t>
            </a:r>
          </a:p>
          <a:p>
            <a:pPr algn="ctr" rtl="1" eaLnBrk="1" hangingPunct="1">
              <a:buFont typeface="Wingdings" pitchFamily="2" charset="2"/>
              <a:buNone/>
            </a:pPr>
            <a:endParaRPr lang="en-US" sz="4000" b="1" dirty="0">
              <a:solidFill>
                <a:srgbClr val="0070C0"/>
              </a:solidFill>
              <a:latin typeface="+mj-lt"/>
            </a:endParaRPr>
          </a:p>
          <a:p>
            <a:pPr algn="ctr" rtl="1">
              <a:buNone/>
            </a:pPr>
            <a:r>
              <a:rPr lang="en-US" sz="4000"/>
              <a:t>Literature Review - </a:t>
            </a:r>
            <a:endParaRPr lang="en-US" sz="4000" dirty="0"/>
          </a:p>
          <a:p>
            <a:pPr algn="ctr" rtl="1">
              <a:buNone/>
            </a:pPr>
            <a:r>
              <a:rPr lang="en-US" sz="4000" dirty="0"/>
              <a:t>Conduction of Exploratory research</a:t>
            </a:r>
          </a:p>
          <a:p>
            <a:pPr algn="r" eaLnBrk="1" hangingPunct="1">
              <a:buFont typeface="Wingdings" pitchFamily="2" charset="2"/>
              <a:buNone/>
            </a:pPr>
            <a:endParaRPr lang="en-US" sz="3400" b="1" dirty="0">
              <a:solidFill>
                <a:srgbClr val="002060"/>
              </a:solidFill>
              <a:latin typeface="+mj-lt"/>
            </a:endParaRPr>
          </a:p>
          <a:p>
            <a:pPr indent="0" algn="r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3400" b="1" dirty="0">
                <a:solidFill>
                  <a:srgbClr val="0070C0"/>
                </a:solidFill>
                <a:latin typeface="+mj-lt"/>
              </a:rPr>
              <a:t>Dr. Waqar Mehmood </a:t>
            </a:r>
          </a:p>
          <a:p>
            <a:pPr indent="0" algn="r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3400" b="1" dirty="0">
                <a:solidFill>
                  <a:srgbClr val="0070C0"/>
                </a:solidFill>
                <a:latin typeface="+mj-lt"/>
              </a:rPr>
              <a:t>Professor</a:t>
            </a:r>
          </a:p>
          <a:p>
            <a:pPr indent="0" algn="r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3400" b="1" dirty="0">
                <a:solidFill>
                  <a:srgbClr val="0070C0"/>
                </a:solidFill>
                <a:latin typeface="+mj-lt"/>
              </a:rPr>
              <a:t>RSCI</a:t>
            </a:r>
          </a:p>
          <a:p>
            <a:pPr indent="0" algn="r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3400" b="1" dirty="0">
                <a:solidFill>
                  <a:srgbClr val="0070C0"/>
                </a:solidFill>
                <a:latin typeface="+mj-lt"/>
              </a:rPr>
              <a:t>RIU</a:t>
            </a:r>
            <a:endParaRPr lang="en-US" sz="2400" b="1" dirty="0">
              <a:solidFill>
                <a:srgbClr val="0070C0"/>
              </a:solidFill>
              <a:latin typeface="+mj-lt"/>
            </a:endParaRP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AB5FE-AC9B-672B-3D63-121E3FDD9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TOC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70271-617D-DB2A-A465-4A80B64D2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Research process</a:t>
            </a:r>
          </a:p>
          <a:p>
            <a:r>
              <a:rPr lang="en-US" dirty="0">
                <a:solidFill>
                  <a:srgbClr val="0070C0"/>
                </a:solidFill>
              </a:rPr>
              <a:t>Exploratory or formulative research</a:t>
            </a:r>
          </a:p>
          <a:p>
            <a:r>
              <a:rPr lang="en-US" dirty="0">
                <a:solidFill>
                  <a:srgbClr val="0070C0"/>
                </a:solidFill>
              </a:rPr>
              <a:t>Problem definition</a:t>
            </a:r>
          </a:p>
          <a:p>
            <a:r>
              <a:rPr lang="en-US" dirty="0">
                <a:solidFill>
                  <a:srgbClr val="0070C0"/>
                </a:solidFill>
              </a:rPr>
              <a:t>Literature review</a:t>
            </a:r>
            <a:endParaRPr lang="en-PK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221978"/>
      </p:ext>
    </p:extLst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858464-087E-C879-8DE7-2E2E33F62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599" y="990600"/>
            <a:ext cx="8438642" cy="520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378668"/>
      </p:ext>
    </p:extLst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7FF98-C66D-3DF5-6451-F2C66EA50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Formulating the research problem: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06AA3-965E-C886-C11A-C958E825A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best way of understanding the problem is to </a:t>
            </a:r>
            <a:r>
              <a:rPr lang="en-US" sz="2400" b="1" dirty="0">
                <a:solidFill>
                  <a:srgbClr val="0070C0"/>
                </a:solidFill>
              </a:rPr>
              <a:t>discuss it with one’s own colleagues </a:t>
            </a:r>
            <a:r>
              <a:rPr lang="en-US" sz="2400" dirty="0"/>
              <a:t>or with those having some expertise in the matter.</a:t>
            </a:r>
          </a:p>
          <a:p>
            <a:r>
              <a:rPr lang="en-US" sz="2400" dirty="0"/>
              <a:t>The researcher must at the same time </a:t>
            </a:r>
            <a:r>
              <a:rPr lang="en-US" sz="2400" b="1" dirty="0">
                <a:solidFill>
                  <a:srgbClr val="0070C0"/>
                </a:solidFill>
              </a:rPr>
              <a:t>examine all available literature </a:t>
            </a:r>
            <a:r>
              <a:rPr lang="en-US" sz="2400" dirty="0"/>
              <a:t>to get himself acquainted with the selected problem. </a:t>
            </a:r>
          </a:p>
          <a:p>
            <a:r>
              <a:rPr lang="en-US" sz="2400" dirty="0"/>
              <a:t>He may review two types of literature—</a:t>
            </a:r>
          </a:p>
          <a:p>
            <a:pPr lvl="1"/>
            <a:r>
              <a:rPr lang="en-US" sz="2000" dirty="0"/>
              <a:t>the conceptual literature concerning the concepts and theories, and </a:t>
            </a:r>
          </a:p>
          <a:p>
            <a:pPr lvl="1"/>
            <a:r>
              <a:rPr lang="en-US" sz="2000" dirty="0"/>
              <a:t>the empirical literature consisting of studies made earlier which are similar to the one proposed.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758969472"/>
      </p:ext>
    </p:extLst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4C1A-5793-433F-E4B0-22A2B654A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1. Steps to Define a Research Problem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0AE9E-565B-6830-1224-87D30054C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Identify a broad area </a:t>
            </a:r>
            <a:r>
              <a:rPr lang="en-US" sz="2400" dirty="0"/>
              <a:t>of interest (e.g., healthcare systems, machine learning, etc.)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Review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existing literature</a:t>
            </a:r>
            <a:r>
              <a:rPr lang="en-US" sz="2400" dirty="0"/>
              <a:t> to find knowledge gaps or unsolved issues.</a:t>
            </a:r>
          </a:p>
          <a:p>
            <a:r>
              <a:rPr lang="en-US" sz="2400" b="1" dirty="0"/>
              <a:t>Narrow down</a:t>
            </a:r>
            <a:r>
              <a:rPr lang="en-US" sz="2400" dirty="0"/>
              <a:t> the topic to a specific context or population.</a:t>
            </a:r>
          </a:p>
          <a:p>
            <a:r>
              <a:rPr lang="en-US" sz="2400" b="1" dirty="0"/>
              <a:t>Formulate</a:t>
            </a:r>
            <a:r>
              <a:rPr lang="en-US" sz="2400" dirty="0"/>
              <a:t> the problem statement — a concise, focused description of what will be studied.</a:t>
            </a:r>
          </a:p>
        </p:txBody>
      </p:sp>
    </p:spTree>
    <p:extLst>
      <p:ext uri="{BB962C8B-B14F-4D97-AF65-F5344CB8AC3E}">
        <p14:creationId xmlns:p14="http://schemas.microsoft.com/office/powerpoint/2010/main" val="1999281148"/>
      </p:ext>
    </p:extLst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EF356-CC06-05DB-95F9-49D4DB8E9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Examine the literature: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AF372-0BF2-0B60-A48B-68E3A4768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Published articles are an excellent source of ideas for research questions. </a:t>
            </a:r>
          </a:p>
          <a:p>
            <a:r>
              <a:rPr lang="en-US" dirty="0"/>
              <a:t>They are usually at an appropriate level of specificity and suggest research questions that focus on the following: </a:t>
            </a:r>
          </a:p>
          <a:p>
            <a:pPr marL="658368" lvl="1" indent="-457200">
              <a:buFont typeface="+mj-lt"/>
              <a:buAutoNum type="alphaLcPeriod"/>
            </a:pPr>
            <a:r>
              <a:rPr lang="en-US" dirty="0"/>
              <a:t>Explore unexpected findings discovered in previous research.</a:t>
            </a:r>
          </a:p>
          <a:p>
            <a:pPr marL="658368" lvl="1" indent="-457200">
              <a:buFont typeface="+mj-lt"/>
              <a:buAutoNum type="alphaLcPeriod"/>
            </a:pPr>
            <a:r>
              <a:rPr lang="en-US" dirty="0"/>
              <a:t>Follow suggestions an author gives for future research at the end of an article.</a:t>
            </a:r>
          </a:p>
          <a:p>
            <a:pPr marL="658368" lvl="1" indent="-457200">
              <a:buFont typeface="+mj-lt"/>
              <a:buAutoNum type="alphaLcPeriod"/>
            </a:pPr>
            <a:r>
              <a:rPr lang="en-US" dirty="0"/>
              <a:t>Extend an existing explanation or theory to a new topic or setting.</a:t>
            </a:r>
          </a:p>
          <a:p>
            <a:pPr marL="658368" lvl="1" indent="-457200">
              <a:buFont typeface="+mj-lt"/>
              <a:buAutoNum type="alphaLcPeriod"/>
            </a:pPr>
            <a:r>
              <a:rPr lang="en-US" dirty="0"/>
              <a:t>Challenge findings or attempt to refute a relationship.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62504312"/>
      </p:ext>
    </p:extLst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362C-4C85-A985-B0A1-7735EDEE8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DA3EE-D2FC-C251-4F69-84FEF79DF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>
                <a:solidFill>
                  <a:srgbClr val="0070C0"/>
                </a:solidFill>
              </a:rPr>
              <a:t>literature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review</a:t>
            </a:r>
            <a:r>
              <a:rPr lang="en-US" sz="2400" dirty="0"/>
              <a:t> is based on the assumption that </a:t>
            </a:r>
            <a:r>
              <a:rPr lang="en-US" sz="2400" b="1" dirty="0">
                <a:solidFill>
                  <a:srgbClr val="0070C0"/>
                </a:solidFill>
              </a:rPr>
              <a:t>knowledge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accumulates</a:t>
            </a:r>
            <a:r>
              <a:rPr lang="en-US" sz="2400" dirty="0"/>
              <a:t> and that we learn from and build on what others have done. 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Scientific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research</a:t>
            </a:r>
            <a:r>
              <a:rPr lang="en-US" sz="2400" dirty="0"/>
              <a:t> is a </a:t>
            </a:r>
            <a:r>
              <a:rPr lang="en-US" sz="2400" b="1" dirty="0">
                <a:solidFill>
                  <a:srgbClr val="0070C0"/>
                </a:solidFill>
              </a:rPr>
              <a:t>collective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effort</a:t>
            </a:r>
            <a:r>
              <a:rPr lang="en-US" sz="2400" dirty="0"/>
              <a:t> of many researchers who </a:t>
            </a:r>
            <a:r>
              <a:rPr lang="en-US" sz="2400" b="1" dirty="0">
                <a:solidFill>
                  <a:srgbClr val="0070C0"/>
                </a:solidFill>
              </a:rPr>
              <a:t>share</a:t>
            </a:r>
            <a:r>
              <a:rPr lang="en-US" sz="2400" dirty="0"/>
              <a:t> their </a:t>
            </a:r>
            <a:r>
              <a:rPr lang="en-US" sz="2400" b="1" dirty="0">
                <a:solidFill>
                  <a:srgbClr val="0070C0"/>
                </a:solidFill>
              </a:rPr>
              <a:t>results</a:t>
            </a:r>
            <a:r>
              <a:rPr lang="en-US" sz="2400" dirty="0"/>
              <a:t> with one another and who </a:t>
            </a:r>
            <a:r>
              <a:rPr lang="en-US" sz="2400" b="1" dirty="0">
                <a:solidFill>
                  <a:srgbClr val="0070C0"/>
                </a:solidFill>
              </a:rPr>
              <a:t>pursue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knowledge</a:t>
            </a:r>
            <a:r>
              <a:rPr lang="en-US" sz="2400" dirty="0"/>
              <a:t> as a </a:t>
            </a:r>
            <a:r>
              <a:rPr lang="en-US" sz="2400" b="1" dirty="0">
                <a:solidFill>
                  <a:srgbClr val="0070C0"/>
                </a:solidFill>
              </a:rPr>
              <a:t>community</a:t>
            </a:r>
            <a:r>
              <a:rPr lang="en-US" sz="2400" dirty="0"/>
              <a:t>.</a:t>
            </a:r>
          </a:p>
          <a:p>
            <a:r>
              <a:rPr lang="en-US" sz="2400" dirty="0"/>
              <a:t>Today’s  studies  build  on  those  of  yesterday.   Researchers  read  studies  to  </a:t>
            </a:r>
            <a:r>
              <a:rPr lang="en-US" sz="2400" b="1" dirty="0">
                <a:solidFill>
                  <a:srgbClr val="0070C0"/>
                </a:solidFill>
              </a:rPr>
              <a:t>compare</a:t>
            </a:r>
            <a:r>
              <a:rPr lang="en-US" sz="2400" dirty="0"/>
              <a:t>,  </a:t>
            </a:r>
            <a:r>
              <a:rPr lang="en-US" sz="2400" b="1" dirty="0">
                <a:solidFill>
                  <a:srgbClr val="0070C0"/>
                </a:solidFill>
              </a:rPr>
              <a:t>replicate</a:t>
            </a:r>
            <a:r>
              <a:rPr lang="en-US" sz="2400" dirty="0"/>
              <a:t>,  or </a:t>
            </a:r>
            <a:r>
              <a:rPr lang="en-US" sz="2400" b="1" dirty="0">
                <a:solidFill>
                  <a:srgbClr val="0070C0"/>
                </a:solidFill>
              </a:rPr>
              <a:t>criticize</a:t>
            </a:r>
            <a:r>
              <a:rPr lang="en-US" sz="2400" dirty="0"/>
              <a:t> them for </a:t>
            </a:r>
            <a:r>
              <a:rPr lang="en-US" sz="2400" b="1" dirty="0">
                <a:solidFill>
                  <a:srgbClr val="0070C0"/>
                </a:solidFill>
              </a:rPr>
              <a:t>weaknesses</a:t>
            </a:r>
            <a:r>
              <a:rPr lang="en-US" sz="2400" dirty="0"/>
              <a:t>.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1099714569"/>
      </p:ext>
    </p:extLst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447CF-7D2B-E614-DC37-54E95CCC7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Literature Review Types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BDC0-5669-FA53-035D-6CBCA50F6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Research design for exploratory research</a:t>
            </a:r>
          </a:p>
          <a:p>
            <a:pPr marL="658368" lvl="1" indent="-457200">
              <a:buFont typeface="+mj-lt"/>
              <a:buAutoNum type="arabicPeriod"/>
            </a:pPr>
            <a:r>
              <a:rPr lang="en-US" dirty="0" err="1">
                <a:solidFill>
                  <a:srgbClr val="0070C0"/>
                </a:solidFill>
              </a:rPr>
              <a:t>Adhoc</a:t>
            </a:r>
            <a:r>
              <a:rPr lang="en-US" dirty="0">
                <a:solidFill>
                  <a:srgbClr val="0070C0"/>
                </a:solidFill>
              </a:rPr>
              <a:t>/Traditional Review</a:t>
            </a:r>
          </a:p>
          <a:p>
            <a:pPr marL="658368" lvl="1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Systematic mapping study (SMS)</a:t>
            </a:r>
          </a:p>
          <a:p>
            <a:pPr marL="658368" lvl="1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Systematic literature review (SLR)</a:t>
            </a:r>
          </a:p>
          <a:p>
            <a:pPr lvl="1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43712853"/>
      </p:ext>
    </p:extLst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04444-3F0E-E8EA-C67A-5136C5776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Adhoc</a:t>
            </a:r>
            <a:r>
              <a:rPr lang="en-US" sz="3200" dirty="0"/>
              <a:t>/Traditional Review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21DC6-A635-698E-84C9-280028719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Definition</a:t>
            </a:r>
            <a:r>
              <a:rPr lang="en-US" sz="2400" b="1" dirty="0"/>
              <a:t>:</a:t>
            </a:r>
          </a:p>
          <a:p>
            <a:pPr lvl="1"/>
            <a:r>
              <a:rPr lang="en-US" sz="2000" dirty="0"/>
              <a:t>A broad, descriptive summary of existing research on a topic — not necessarily following a strict methodology.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Purpose</a:t>
            </a:r>
            <a:r>
              <a:rPr lang="en-US" sz="2400" b="1" dirty="0"/>
              <a:t>:</a:t>
            </a:r>
          </a:p>
          <a:p>
            <a:pPr lvl="1"/>
            <a:r>
              <a:rPr lang="en-US" sz="2000" dirty="0"/>
              <a:t>To </a:t>
            </a:r>
            <a:r>
              <a:rPr lang="en-US" sz="2000" b="1" dirty="0"/>
              <a:t>summarize and interpret</a:t>
            </a:r>
            <a:r>
              <a:rPr lang="en-US" sz="2000" dirty="0"/>
              <a:t> what is already known, identify gaps, and set the stage for new research.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Features</a:t>
            </a:r>
            <a:r>
              <a:rPr lang="en-US" sz="2400" b="1" dirty="0"/>
              <a:t>:</a:t>
            </a:r>
            <a:endParaRPr lang="en-US" sz="2400" dirty="0"/>
          </a:p>
          <a:p>
            <a:pPr lvl="1"/>
            <a:r>
              <a:rPr lang="en-US" sz="2000" dirty="0"/>
              <a:t>No formal search or analysis protocol.</a:t>
            </a:r>
          </a:p>
          <a:p>
            <a:pPr lvl="1"/>
            <a:r>
              <a:rPr lang="en-US" sz="2000" dirty="0"/>
              <a:t>Focuses on </a:t>
            </a:r>
            <a:r>
              <a:rPr lang="en-US" sz="2000" b="1" dirty="0"/>
              <a:t>theoretical</a:t>
            </a:r>
            <a:r>
              <a:rPr lang="en-US" sz="2000" dirty="0"/>
              <a:t> and </a:t>
            </a:r>
            <a:r>
              <a:rPr lang="en-US" sz="2000" b="1" dirty="0"/>
              <a:t>conceptual understanding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Common in </a:t>
            </a:r>
            <a:r>
              <a:rPr lang="en-US" sz="2000" b="1" dirty="0"/>
              <a:t>early-stage research</a:t>
            </a:r>
            <a:r>
              <a:rPr lang="en-US" sz="2000" dirty="0"/>
              <a:t> and academic essays.</a:t>
            </a:r>
          </a:p>
          <a:p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215802698"/>
      </p:ext>
    </p:extLst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434B-A259-3630-AFFF-8F28EB322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685800"/>
            <a:ext cx="7543800" cy="1051561"/>
          </a:xfrm>
        </p:spPr>
        <p:txBody>
          <a:bodyPr>
            <a:normAutofit/>
          </a:bodyPr>
          <a:lstStyle/>
          <a:p>
            <a:r>
              <a:rPr lang="en-US" sz="3200" dirty="0"/>
              <a:t>Systematic mapping study (SMS)/Mapping Reviews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9EFFC-27C3-C84C-FA93-67E0D77EF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Definition</a:t>
            </a:r>
            <a:r>
              <a:rPr lang="en-US" sz="2000" b="1" dirty="0"/>
              <a:t>:</a:t>
            </a:r>
            <a:br>
              <a:rPr lang="en-US" sz="2000" dirty="0"/>
            </a:br>
            <a:r>
              <a:rPr lang="en-US" sz="2000" dirty="0"/>
              <a:t>A high-level classification of research to </a:t>
            </a:r>
            <a:r>
              <a:rPr lang="en-US" sz="2000" b="1" dirty="0"/>
              <a:t>categorize</a:t>
            </a:r>
            <a:r>
              <a:rPr lang="en-US" sz="2000" dirty="0"/>
              <a:t> what types of studies exist and where the research gaps lie.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Purpose</a:t>
            </a:r>
            <a:r>
              <a:rPr lang="en-US" sz="2000" b="1" dirty="0"/>
              <a:t>:</a:t>
            </a:r>
            <a:br>
              <a:rPr lang="en-US" sz="2000" dirty="0"/>
            </a:br>
            <a:r>
              <a:rPr lang="en-US" sz="2000" dirty="0"/>
              <a:t>To visualize research activity trends (e.g., publication years, methodologies used).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Example</a:t>
            </a:r>
            <a:r>
              <a:rPr lang="en-US" sz="2000" b="1" dirty="0"/>
              <a:t>:</a:t>
            </a:r>
            <a:br>
              <a:rPr lang="en-US" sz="2000" dirty="0"/>
            </a:br>
            <a:r>
              <a:rPr lang="en-US" sz="2000" dirty="0"/>
              <a:t>Mapping research on cloud-based systems by topic and publication year.</a:t>
            </a:r>
          </a:p>
          <a:p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979896108"/>
      </p:ext>
    </p:extLst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1CFD1-15C9-E71C-02AF-0D2327466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Systematic Literature Review (SLR)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D6A09-3F0A-4176-E440-88B8C6CDF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711441" cy="432646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Definition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A structured, methodical, and </a:t>
            </a:r>
            <a:r>
              <a:rPr lang="en-US" b="1" dirty="0"/>
              <a:t>reproducible</a:t>
            </a:r>
            <a:r>
              <a:rPr lang="en-US" dirty="0"/>
              <a:t> process to identify, evaluate, and synthesize </a:t>
            </a:r>
            <a:r>
              <a:rPr lang="en-US" b="1" dirty="0"/>
              <a:t>all relevant studies</a:t>
            </a:r>
            <a:r>
              <a:rPr lang="en-US" dirty="0"/>
              <a:t> on a specific research question.</a:t>
            </a:r>
          </a:p>
          <a:p>
            <a:r>
              <a:rPr lang="en-US" sz="2900" b="1" dirty="0">
                <a:solidFill>
                  <a:srgbClr val="0070C0"/>
                </a:solidFill>
              </a:rPr>
              <a:t>Purpose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To minimize bias and provide a </a:t>
            </a:r>
            <a:r>
              <a:rPr lang="en-US" b="1" dirty="0"/>
              <a:t>comprehensive evidence-based conclusion</a:t>
            </a:r>
            <a:r>
              <a:rPr lang="en-US" dirty="0"/>
              <a:t>.</a:t>
            </a:r>
          </a:p>
          <a:p>
            <a:r>
              <a:rPr lang="en-US" sz="2900" b="1" dirty="0">
                <a:solidFill>
                  <a:srgbClr val="0070C0"/>
                </a:solidFill>
              </a:rPr>
              <a:t>Features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Predefined </a:t>
            </a:r>
            <a:r>
              <a:rPr lang="en-US" b="1" dirty="0"/>
              <a:t>protocol</a:t>
            </a:r>
            <a:r>
              <a:rPr lang="en-US" dirty="0"/>
              <a:t> (research question, keywords, inclusion/exclusion criteria).</a:t>
            </a:r>
          </a:p>
          <a:p>
            <a:pPr lvl="1"/>
            <a:r>
              <a:rPr lang="en-US" dirty="0"/>
              <a:t>Transparent </a:t>
            </a:r>
            <a:r>
              <a:rPr lang="en-US" b="1" dirty="0"/>
              <a:t>search strategy</a:t>
            </a:r>
            <a:r>
              <a:rPr lang="en-US" dirty="0"/>
              <a:t> and </a:t>
            </a:r>
            <a:r>
              <a:rPr lang="en-US" b="1" dirty="0"/>
              <a:t>data extraction process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Often includes </a:t>
            </a:r>
            <a:r>
              <a:rPr lang="en-US" b="1" dirty="0"/>
              <a:t>tables, charts, and PRISMA diagrams</a:t>
            </a:r>
            <a:r>
              <a:rPr lang="en-US" dirty="0"/>
              <a:t>.</a:t>
            </a:r>
          </a:p>
          <a:p>
            <a:r>
              <a:rPr lang="en-US" sz="2900" b="1" dirty="0">
                <a:solidFill>
                  <a:srgbClr val="0070C0"/>
                </a:solidFill>
              </a:rPr>
              <a:t>Example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A systematic review of AI-based scheduling algorithms from 2015–2025.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82455260"/>
      </p:ext>
    </p:extLst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F9942-D09A-42DD-CE15-B0FC2DEC5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Where to find the Research Literature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5006C-14FF-5742-1860-1D0B596CC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Academic journals</a:t>
            </a:r>
          </a:p>
          <a:p>
            <a:r>
              <a:rPr lang="en-US" sz="2000" dirty="0">
                <a:solidFill>
                  <a:srgbClr val="0070C0"/>
                </a:solidFill>
              </a:rPr>
              <a:t>Conference proceedings</a:t>
            </a:r>
          </a:p>
          <a:p>
            <a:r>
              <a:rPr lang="en-US" sz="2000" dirty="0">
                <a:solidFill>
                  <a:srgbClr val="0070C0"/>
                </a:solidFill>
              </a:rPr>
              <a:t>Books –  containing reports of original research, or collection of research articles.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Dissertations.</a:t>
            </a:r>
          </a:p>
          <a:p>
            <a:r>
              <a:rPr lang="en-US" sz="2000" dirty="0">
                <a:solidFill>
                  <a:srgbClr val="0070C0"/>
                </a:solidFill>
              </a:rPr>
              <a:t>Government documents.</a:t>
            </a:r>
          </a:p>
          <a:p>
            <a:r>
              <a:rPr lang="en-US" sz="2000" dirty="0">
                <a:solidFill>
                  <a:srgbClr val="0070C0"/>
                </a:solidFill>
              </a:rPr>
              <a:t>Policy reports and presented papers.</a:t>
            </a:r>
          </a:p>
          <a:p>
            <a:r>
              <a:rPr lang="en-US" sz="2000" dirty="0">
                <a:solidFill>
                  <a:srgbClr val="0070C0"/>
                </a:solidFill>
              </a:rPr>
              <a:t>Bibliographic indexes.</a:t>
            </a:r>
            <a:endParaRPr lang="en-PK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846411"/>
      </p:ext>
    </p:extLst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E8396-E71C-C40F-2524-79362E3D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Bibliographic Indexes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A73E3A-04FF-0389-DBD4-AF61DC619F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8776829"/>
              </p:ext>
            </p:extLst>
          </p:nvPr>
        </p:nvGraphicFramePr>
        <p:xfrm>
          <a:off x="914400" y="1846263"/>
          <a:ext cx="7543800" cy="4113579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120817106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79595165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776747090"/>
                    </a:ext>
                  </a:extLst>
                </a:gridCol>
              </a:tblGrid>
              <a:tr h="309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0070C0"/>
                          </a:solidFill>
                        </a:rPr>
                        <a:t>Type</a:t>
                      </a:r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0070C0"/>
                          </a:solidFill>
                        </a:rPr>
                        <a:t>Description</a:t>
                      </a:r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rgbClr val="0070C0"/>
                          </a:solidFill>
                        </a:rPr>
                        <a:t>Example</a:t>
                      </a:r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129652"/>
                  </a:ext>
                </a:extLst>
              </a:tr>
              <a:tr h="541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General indexes</a:t>
                      </a:r>
                      <a:endParaRPr lang="en-US" sz="1500"/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Cover multiple disciplines</a:t>
                      </a:r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 dirty="0"/>
                        <a:t>Google Scholar, Scopus, Web of Science, </a:t>
                      </a:r>
                      <a:endParaRPr lang="en-US" sz="1500" dirty="0"/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616833"/>
                  </a:ext>
                </a:extLst>
              </a:tr>
              <a:tr h="773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Subject-specific indexes</a:t>
                      </a:r>
                      <a:endParaRPr lang="en-US" sz="1500"/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Focus on one field</a:t>
                      </a:r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/>
                        <a:t>PubMed</a:t>
                      </a:r>
                      <a:r>
                        <a:rPr lang="en-US" sz="1500"/>
                        <a:t> (Medicine), </a:t>
                      </a:r>
                      <a:r>
                        <a:rPr lang="en-US" sz="1500" i="1"/>
                        <a:t>INSPEC</a:t>
                      </a:r>
                      <a:r>
                        <a:rPr lang="en-US" sz="1500"/>
                        <a:t> (Physics, Engineering, CS)</a:t>
                      </a:r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787860"/>
                  </a:ext>
                </a:extLst>
              </a:tr>
              <a:tr h="773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National or regional indexes</a:t>
                      </a:r>
                      <a:endParaRPr lang="en-US" sz="1500"/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Focus on publications within a country or region</a:t>
                      </a:r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/>
                        <a:t>PakMediNet</a:t>
                      </a:r>
                      <a:r>
                        <a:rPr lang="en-US" sz="1500"/>
                        <a:t> (Pakistan), </a:t>
                      </a:r>
                      <a:r>
                        <a:rPr lang="en-US" sz="1500" i="1"/>
                        <a:t>Indian Citation Index</a:t>
                      </a:r>
                      <a:endParaRPr lang="en-US" sz="1500"/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266898"/>
                  </a:ext>
                </a:extLst>
              </a:tr>
              <a:tr h="590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Book indexes</a:t>
                      </a:r>
                      <a:endParaRPr lang="en-US" sz="1500"/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List books, monographs, and reports</a:t>
                      </a:r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/>
                        <a:t>Books in Print</a:t>
                      </a:r>
                      <a:r>
                        <a:rPr lang="en-US" sz="1500"/>
                        <a:t>, </a:t>
                      </a:r>
                      <a:r>
                        <a:rPr lang="en-US" sz="1500" i="1"/>
                        <a:t>WorldCat</a:t>
                      </a:r>
                      <a:endParaRPr lang="en-US" sz="1500"/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323755"/>
                  </a:ext>
                </a:extLst>
              </a:tr>
              <a:tr h="541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Citation indexes</a:t>
                      </a:r>
                      <a:endParaRPr lang="en-US" sz="1500"/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Track who cited whom</a:t>
                      </a:r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/>
                        <a:t>Web of Science Citation Index</a:t>
                      </a:r>
                      <a:r>
                        <a:rPr lang="en-US" sz="1500"/>
                        <a:t>, </a:t>
                      </a:r>
                      <a:r>
                        <a:rPr lang="en-US" sz="1500" i="1"/>
                        <a:t>Scopus</a:t>
                      </a:r>
                      <a:endParaRPr lang="en-US" sz="1500"/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220817"/>
                  </a:ext>
                </a:extLst>
              </a:tr>
              <a:tr h="541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Historical indexes</a:t>
                      </a:r>
                      <a:endParaRPr lang="en-US" sz="1500"/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Cover old or archived publications</a:t>
                      </a:r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 dirty="0"/>
                        <a:t>Poole’s Index to Periodical Literature</a:t>
                      </a:r>
                      <a:endParaRPr lang="en-US" sz="1500" dirty="0"/>
                    </a:p>
                  </a:txBody>
                  <a:tcPr marL="77360" marR="77360" marT="38680" marB="38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028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375620"/>
      </p:ext>
    </p:extLst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DDB1-431B-6617-8384-3E52911F01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+mn-lt"/>
              </a:rPr>
              <a:t>Example:</a:t>
            </a:r>
            <a:br>
              <a:rPr lang="en-US" sz="4000" b="1" dirty="0">
                <a:solidFill>
                  <a:srgbClr val="0070C0"/>
                </a:solidFill>
                <a:latin typeface="+mn-lt"/>
              </a:rPr>
            </a:br>
            <a:r>
              <a:rPr lang="en-US" sz="4000" b="1" dirty="0">
                <a:solidFill>
                  <a:srgbClr val="0070C0"/>
                </a:solidFill>
                <a:latin typeface="+mn-lt"/>
              </a:rPr>
              <a:t>Software reusability</a:t>
            </a:r>
            <a:endParaRPr lang="en-PK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35275-3834-8ADE-AA79-424D1A471B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97708720"/>
      </p:ext>
    </p:extLst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19C3-D199-D14E-D0A4-BF3A6DBB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General Area of Interest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AD9D7-7E10-CD3B-9DE6-1DA647DDB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Software Reusability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Software reusability is a fundamental principle in software engineering that aims to reduce development cost and time by using existing software components in new systems. </a:t>
            </a:r>
          </a:p>
          <a:p>
            <a:r>
              <a:rPr lang="en-US" dirty="0"/>
              <a:t>It enhances productivity, reliability, and maintainability by minimizing redundant effort.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55972510"/>
      </p:ext>
    </p:extLst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FFDF7-D3BE-C722-C0F1-67FB81B3E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Step 2: Sub-Area — Reusability Measurement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2153E-7B52-0B17-DA7C-23AF70F1A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 effectively promote reuse, it is important to </a:t>
            </a:r>
            <a:r>
              <a:rPr lang="en-US" sz="2400" b="1" dirty="0"/>
              <a:t>measure</a:t>
            </a:r>
            <a:r>
              <a:rPr lang="en-US" sz="2400" dirty="0"/>
              <a:t> how reusable a software component is.</a:t>
            </a:r>
            <a:br>
              <a:rPr lang="en-US" sz="2400" dirty="0"/>
            </a:br>
            <a:r>
              <a:rPr lang="en-US" sz="2400" dirty="0"/>
              <a:t>Researchers have proposed various </a:t>
            </a:r>
            <a:r>
              <a:rPr lang="en-US" sz="2400" b="1" dirty="0"/>
              <a:t>reusability models and metrics</a:t>
            </a:r>
            <a:r>
              <a:rPr lang="en-US" sz="2400" dirty="0"/>
              <a:t> for different paradigms — such as </a:t>
            </a:r>
            <a:r>
              <a:rPr lang="en-US" sz="2400" b="1" dirty="0"/>
              <a:t>object-oriented</a:t>
            </a:r>
            <a:r>
              <a:rPr lang="en-US" sz="2400" dirty="0"/>
              <a:t>, </a:t>
            </a:r>
            <a:r>
              <a:rPr lang="en-US" sz="2400" b="1" dirty="0"/>
              <a:t>component-based</a:t>
            </a:r>
            <a:r>
              <a:rPr lang="en-US" sz="2400" dirty="0"/>
              <a:t>, and </a:t>
            </a:r>
            <a:r>
              <a:rPr lang="en-US" sz="2400" b="1" dirty="0"/>
              <a:t>service-oriented</a:t>
            </a:r>
            <a:r>
              <a:rPr lang="en-US" sz="2400" dirty="0"/>
              <a:t> architectures.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These models typically assess factors like coupling, cohesion, complexity, and size.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4013780926"/>
      </p:ext>
    </p:extLst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65EDB-2546-2D84-03C9-1DE13972D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Step 3: Emerging Context — Microservice-Based Systems</a:t>
            </a:r>
            <a:endParaRPr lang="en-PK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51B90-5121-AA23-29A8-69E516412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With the rise of </a:t>
            </a:r>
            <a:r>
              <a:rPr lang="en-US" sz="2400" b="1" dirty="0"/>
              <a:t>microservice architecture</a:t>
            </a:r>
            <a:r>
              <a:rPr lang="en-US" sz="2400" dirty="0"/>
              <a:t>, software systems are increasingly being developed as </a:t>
            </a:r>
            <a:r>
              <a:rPr lang="en-US" sz="2400" b="1" dirty="0"/>
              <a:t>collections of small, independent, and reusable services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Microservices inherently aim for reuse, scalability, and faster delivery of complex products.</a:t>
            </a:r>
          </a:p>
          <a:p>
            <a:r>
              <a:rPr lang="en-US" sz="2400" dirty="0"/>
              <a:t>However, microservices differ from traditional components and services in terms of </a:t>
            </a:r>
            <a:r>
              <a:rPr lang="en-US" sz="2400" b="1" dirty="0"/>
              <a:t>deployment independence, technology diversity, and fine-grained functionality</a:t>
            </a:r>
            <a:r>
              <a:rPr lang="en-US" sz="2400" dirty="0"/>
              <a:t>, which affect how their reusability should be measured.</a:t>
            </a:r>
          </a:p>
          <a:p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81082925"/>
      </p:ext>
    </p:extLst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B078-BC16-B1AB-119A-6AB496D9E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Step 4: Identified Gap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B849A-7DAB-7CC1-97F8-C76D74D59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Despite the central role of reuse in microservice architectures,</a:t>
            </a:r>
          </a:p>
          <a:p>
            <a:pPr>
              <a:buNone/>
            </a:pPr>
            <a:r>
              <a:rPr lang="en-US" sz="2400" b="1" dirty="0"/>
              <a:t>no specific reusability index or measurement model exists for microservice-based systems.</a:t>
            </a:r>
            <a:endParaRPr lang="en-US" sz="2400" dirty="0"/>
          </a:p>
          <a:p>
            <a:r>
              <a:rPr lang="en-US" sz="2400" dirty="0"/>
              <a:t>Existing models for OOP, component-based, and service-oriented systems do not fully capture the unique design characteristics of microservices, such as independent deployment, lightweight communication, and cross-technology integration.</a:t>
            </a:r>
          </a:p>
          <a:p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4259653171"/>
      </p:ext>
    </p:extLst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AD1C7-704F-ADAA-5C84-3BA2D0D05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Step 5: Problem Context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05953-19C6-DB21-2A09-AB7F39105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Without a dedicated </a:t>
            </a:r>
            <a:r>
              <a:rPr lang="en-US" sz="2400" b="1" dirty="0"/>
              <a:t>microservice reusability index</a:t>
            </a:r>
            <a:r>
              <a:rPr lang="en-US" sz="2400" dirty="0"/>
              <a:t>, it is difficult to:</a:t>
            </a:r>
          </a:p>
          <a:p>
            <a:pPr lvl="1"/>
            <a:r>
              <a:rPr lang="en-US" sz="2000" dirty="0"/>
              <a:t>Assess which microservices are most reusable across systems,</a:t>
            </a:r>
          </a:p>
          <a:p>
            <a:pPr lvl="1"/>
            <a:r>
              <a:rPr lang="en-US" sz="2000" dirty="0"/>
              <a:t>Identify redundancy or overlapping functionalities, and</a:t>
            </a:r>
          </a:p>
          <a:p>
            <a:pPr lvl="1"/>
            <a:r>
              <a:rPr lang="en-US" sz="2000" dirty="0"/>
              <a:t>Guide design improvements to maximize reuse potential.</a:t>
            </a:r>
          </a:p>
          <a:p>
            <a:r>
              <a:rPr lang="en-US" sz="2400" dirty="0"/>
              <a:t>Thus, there is a clear need to define a </a:t>
            </a:r>
            <a:r>
              <a:rPr lang="en-US" sz="2400" b="1" dirty="0"/>
              <a:t>quantifiable framework</a:t>
            </a:r>
            <a:r>
              <a:rPr lang="en-US" sz="2400" dirty="0"/>
              <a:t> for evaluating the reusability of microservices.</a:t>
            </a:r>
          </a:p>
          <a:p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2278853992"/>
      </p:ext>
    </p:extLst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9E846-2AFA-44AE-517D-0FC1B4786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6: Research Problem Statement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C94BF-5941-D5D0-C578-5D27FE6A5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Research Problem:</a:t>
            </a:r>
            <a:br>
              <a:rPr lang="en-US" sz="2000" dirty="0"/>
            </a:br>
            <a:r>
              <a:rPr lang="en-US" sz="2000" dirty="0"/>
              <a:t>While software reusability has been widely studied in various paradigms, existing models and indices are not directly applicable to microservice-based systems due to their unique architectural characteristics. The absence of a microservice-specific reusability index limits the ability to quantitatively evaluate, compare, and enhance microservice reuse. Therefore, there is a need to identify relevant design factors and metrics and develop a </a:t>
            </a:r>
            <a:r>
              <a:rPr lang="en-US" sz="2000" b="1" dirty="0"/>
              <a:t>Microservice Reusability Index (MSRI)</a:t>
            </a:r>
            <a:r>
              <a:rPr lang="en-US" sz="2000" dirty="0"/>
              <a:t> model that can effectively measure and support reusability in microservice-based systems.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1493638367"/>
      </p:ext>
    </p:extLst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7C44C-CA1C-D2A3-095C-CF2DCFAD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7: Research Questions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FBAA8-6D1F-7071-1EDB-3EE4CF9F3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863841" cy="4478866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Main Research Question</a:t>
            </a:r>
          </a:p>
          <a:p>
            <a:r>
              <a:rPr lang="en-US" sz="2400" b="1" dirty="0"/>
              <a:t>RQ1:</a:t>
            </a:r>
            <a:r>
              <a:rPr lang="en-US" sz="2400" dirty="0"/>
              <a:t> How can the reusability of microservice-based systems be quantitatively measured using a dedicated reusability index model?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Supporting/Specific Research Questions</a:t>
            </a:r>
          </a:p>
          <a:p>
            <a:r>
              <a:rPr lang="en-US" sz="2400" b="1" dirty="0"/>
              <a:t>RQ2:</a:t>
            </a:r>
            <a:r>
              <a:rPr lang="en-US" sz="2400" dirty="0"/>
              <a:t> What are the key design factors that influence the reusability of microservices?</a:t>
            </a:r>
            <a:br>
              <a:rPr lang="en-US" sz="2400" dirty="0"/>
            </a:br>
            <a:r>
              <a:rPr lang="en-US" sz="2400" b="1" dirty="0"/>
              <a:t>RQ3:</a:t>
            </a:r>
            <a:r>
              <a:rPr lang="en-US" sz="2400" dirty="0"/>
              <a:t> Which existing reusability metrics from object-oriented, component-based, and service-oriented systems can be adapted for microservice-based systems?</a:t>
            </a:r>
            <a:br>
              <a:rPr lang="en-US" sz="2400" dirty="0"/>
            </a:br>
            <a:r>
              <a:rPr lang="en-US" sz="2400" b="1" dirty="0"/>
              <a:t>RQ4:</a:t>
            </a:r>
            <a:r>
              <a:rPr lang="en-US" sz="2400" dirty="0"/>
              <a:t> How can these factors and metrics be integrated into a unified Microservice Reusability Index (MSRI) model?</a:t>
            </a:r>
            <a:br>
              <a:rPr lang="en-US" sz="2400" dirty="0"/>
            </a:br>
            <a:r>
              <a:rPr lang="en-US" sz="2400" b="1" dirty="0"/>
              <a:t>RQ5:</a:t>
            </a:r>
            <a:r>
              <a:rPr lang="en-US" sz="2400" dirty="0"/>
              <a:t> How effective is the proposed MSRI model in identifying highly reusable microservices across different systems of the same problem domain?</a:t>
            </a:r>
          </a:p>
          <a:p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4245514148"/>
      </p:ext>
    </p:extLst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839E3-27BB-26B4-2734-DFF3394D3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8: Research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5ABD6-E1DA-F9D6-E748-317F17F20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711441" cy="4402666"/>
          </a:xfrm>
        </p:spPr>
        <p:txBody>
          <a:bodyPr>
            <a:normAutofit fontScale="77500" lnSpcReduction="20000"/>
          </a:bodyPr>
          <a:lstStyle/>
          <a:p>
            <a:r>
              <a:rPr lang="en-US" sz="2000" dirty="0"/>
              <a:t>Each objective corresponds to answering one or more of the above research questions.</a:t>
            </a:r>
          </a:p>
          <a:p>
            <a:r>
              <a:rPr lang="en-US" sz="2000" b="1" dirty="0"/>
              <a:t>Main Objective</a:t>
            </a:r>
          </a:p>
          <a:p>
            <a:r>
              <a:rPr lang="en-US" sz="2000" dirty="0"/>
              <a:t>To develop and validate a </a:t>
            </a:r>
            <a:r>
              <a:rPr lang="en-US" sz="2000" b="1" dirty="0"/>
              <a:t>Microservice Reusability Index (MSRI)</a:t>
            </a:r>
            <a:r>
              <a:rPr lang="en-US" sz="2000" dirty="0"/>
              <a:t> model that quantitatively measures and evaluates the reusability of microservice-based systems.</a:t>
            </a:r>
          </a:p>
          <a:p>
            <a:r>
              <a:rPr lang="en-US" sz="2000" b="1" dirty="0"/>
              <a:t>Specific Objectives</a:t>
            </a:r>
          </a:p>
          <a:p>
            <a:r>
              <a:rPr lang="en-US" sz="2000" b="1" dirty="0"/>
              <a:t>To conduct a systematic analysis</a:t>
            </a:r>
            <a:r>
              <a:rPr lang="en-US" sz="2000" dirty="0"/>
              <a:t> of existing reusability models in object-oriented, component-based, and service-oriented architectures.</a:t>
            </a:r>
          </a:p>
          <a:p>
            <a:r>
              <a:rPr lang="en-US" sz="2000" b="1" dirty="0"/>
              <a:t>To identify and define key design factors</a:t>
            </a:r>
            <a:r>
              <a:rPr lang="en-US" sz="2000" dirty="0"/>
              <a:t> (e.g., functional similarity, size, coupling, cohesion, understandability, technology) affecting microservice reusability.</a:t>
            </a:r>
          </a:p>
          <a:p>
            <a:r>
              <a:rPr lang="en-US" sz="2000" b="1" dirty="0"/>
              <a:t>To select or adapt suitable metrics</a:t>
            </a:r>
            <a:r>
              <a:rPr lang="en-US" sz="2000" dirty="0"/>
              <a:t> from existing models for measuring the identified factors in microservice contexts.</a:t>
            </a:r>
          </a:p>
          <a:p>
            <a:r>
              <a:rPr lang="en-US" sz="2000" b="1" dirty="0"/>
              <a:t>To formulate the Microservice Reusability Index (MSRI) model</a:t>
            </a:r>
            <a:r>
              <a:rPr lang="en-US" sz="2000" dirty="0"/>
              <a:t>, integrating the identified factors and metrics into a coherent quantitative framework.</a:t>
            </a:r>
          </a:p>
          <a:p>
            <a:r>
              <a:rPr lang="en-US" sz="2000" b="1" dirty="0"/>
              <a:t>To evaluate and validate</a:t>
            </a:r>
            <a:r>
              <a:rPr lang="en-US" sz="2000" dirty="0"/>
              <a:t> the proposed MSRI model by applying it to sample microservice-based systems and analyzing its effectiveness in identifying reusable microservices.</a:t>
            </a:r>
          </a:p>
        </p:txBody>
      </p:sp>
    </p:spTree>
    <p:extLst>
      <p:ext uri="{BB962C8B-B14F-4D97-AF65-F5344CB8AC3E}">
        <p14:creationId xmlns:p14="http://schemas.microsoft.com/office/powerpoint/2010/main" val="411496872"/>
      </p:ext>
    </p:extLst>
  </p:cSld>
  <p:clrMapOvr>
    <a:masterClrMapping/>
  </p:clrMapOvr>
  <p:transition>
    <p:wipe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BEB4-5407-951B-A47F-A13A176A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649DB-75DD-E2C7-2C02-B8494E4B8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PK" sz="2000" dirty="0">
                <a:ea typeface="Times New Roman" panose="02020603050405020304" pitchFamily="18" charset="0"/>
              </a:rPr>
              <a:t>C.R. Kothari, </a:t>
            </a:r>
            <a:r>
              <a:rPr lang="en-PK" sz="2000" i="1" dirty="0">
                <a:ea typeface="Times New Roman" panose="02020603050405020304" pitchFamily="18" charset="0"/>
              </a:rPr>
              <a:t>Research Methodology: Methods and Techniques</a:t>
            </a:r>
            <a:r>
              <a:rPr lang="en-PK" sz="2000" dirty="0">
                <a:ea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Research Methods Lecture: Chapter 1 – Introduction, Software Systems Engineering Group, Prof. Dr. Klaus Schmid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https://chatgpt.com/c/68e21d6a-baa4-8321-96cd-0b1075915337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060892134"/>
      </p:ext>
    </p:extLst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4243</TotalTime>
  <Words>1438</Words>
  <Application>Microsoft Office PowerPoint</Application>
  <PresentationFormat>On-screen Show (4:3)</PresentationFormat>
  <Paragraphs>140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Wingdings</vt:lpstr>
      <vt:lpstr>Retrospect</vt:lpstr>
      <vt:lpstr>PowerPoint Presentation</vt:lpstr>
      <vt:lpstr>TOC</vt:lpstr>
      <vt:lpstr>PowerPoint Presentation</vt:lpstr>
      <vt:lpstr>1. Formulating the research problem:</vt:lpstr>
      <vt:lpstr>1. Steps to Define a Research Problem</vt:lpstr>
      <vt:lpstr>Examine the literature:</vt:lpstr>
      <vt:lpstr>Literature Review</vt:lpstr>
      <vt:lpstr>Literature Review Types</vt:lpstr>
      <vt:lpstr>Adhoc/Traditional Review</vt:lpstr>
      <vt:lpstr>Systematic mapping study (SMS)/Mapping Reviews</vt:lpstr>
      <vt:lpstr>Systematic Literature Review (SLR)</vt:lpstr>
      <vt:lpstr>Where to find the Research Literature</vt:lpstr>
      <vt:lpstr>Types of Bibliographic Indexes</vt:lpstr>
      <vt:lpstr>Example: Software reusability</vt:lpstr>
      <vt:lpstr>Step 1: General Area of Interest</vt:lpstr>
      <vt:lpstr>Step 2: Sub-Area — Reusability Measurement</vt:lpstr>
      <vt:lpstr>Step 3: Emerging Context — Microservice-Based Systems</vt:lpstr>
      <vt:lpstr>Step 4: Identified Gap</vt:lpstr>
      <vt:lpstr>Step 5: Problem Context</vt:lpstr>
      <vt:lpstr>Step 6: Research Problem Statement</vt:lpstr>
      <vt:lpstr>Step 7: Research Questions</vt:lpstr>
      <vt:lpstr>Step 8: Research Objectives</vt:lpstr>
      <vt:lpstr>References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Waqar Mehmood</cp:lastModifiedBy>
  <cp:revision>96</cp:revision>
  <dcterms:created xsi:type="dcterms:W3CDTF">2005-09-02T07:27:12Z</dcterms:created>
  <dcterms:modified xsi:type="dcterms:W3CDTF">2025-10-19T12:17:31Z</dcterms:modified>
</cp:coreProperties>
</file>