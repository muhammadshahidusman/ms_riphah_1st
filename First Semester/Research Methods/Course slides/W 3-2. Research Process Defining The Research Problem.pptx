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2" r:id="rId1"/>
  </p:sldMasterIdLst>
  <p:notesMasterIdLst>
    <p:notesMasterId r:id="rId25"/>
  </p:notesMasterIdLst>
  <p:handoutMasterIdLst>
    <p:handoutMasterId r:id="rId26"/>
  </p:handoutMasterIdLst>
  <p:sldIdLst>
    <p:sldId id="256" r:id="rId2"/>
    <p:sldId id="1249" r:id="rId3"/>
    <p:sldId id="1250" r:id="rId4"/>
    <p:sldId id="1269" r:id="rId5"/>
    <p:sldId id="1239" r:id="rId6"/>
    <p:sldId id="1251" r:id="rId7"/>
    <p:sldId id="1271" r:id="rId8"/>
    <p:sldId id="1272" r:id="rId9"/>
    <p:sldId id="1252" r:id="rId10"/>
    <p:sldId id="1253" r:id="rId11"/>
    <p:sldId id="1254" r:id="rId12"/>
    <p:sldId id="1255" r:id="rId13"/>
    <p:sldId id="1256" r:id="rId14"/>
    <p:sldId id="1257" r:id="rId15"/>
    <p:sldId id="1258" r:id="rId16"/>
    <p:sldId id="1259" r:id="rId17"/>
    <p:sldId id="1260" r:id="rId18"/>
    <p:sldId id="1261" r:id="rId19"/>
    <p:sldId id="1262" r:id="rId20"/>
    <p:sldId id="1264" r:id="rId21"/>
    <p:sldId id="1265" r:id="rId22"/>
    <p:sldId id="1266" r:id="rId23"/>
    <p:sldId id="1263" r:id="rId24"/>
  </p:sldIdLst>
  <p:sldSz cx="9144000" cy="6858000" type="screen4x3"/>
  <p:notesSz cx="6858000" cy="9236075"/>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FBB97B5-E07F-4E58-92A3-9D7AC9C8010D}" v="9" dt="2025-10-06T11:46:00.315"/>
    <p1510:client id="{D8612DC0-96C0-48E8-A695-B747DDD9D5CC}" v="52" dt="2025-10-07T09:29:42.58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5" d="100"/>
          <a:sy n="75" d="100"/>
        </p:scale>
        <p:origin x="1594" y="43"/>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aqar Mehmood" userId="3292cbd2-f35e-49d9-bb56-09c1031ccaa8" providerId="ADAL" clId="{2AEA685B-1534-46A1-B5A5-10E618C6580C}"/>
    <pc:docChg chg="undo custSel addSld delSld modSld sldOrd">
      <pc:chgData name="Waqar Mehmood" userId="3292cbd2-f35e-49d9-bb56-09c1031ccaa8" providerId="ADAL" clId="{2AEA685B-1534-46A1-B5A5-10E618C6580C}" dt="2025-10-07T09:32:55.100" v="1152" actId="108"/>
      <pc:docMkLst>
        <pc:docMk/>
      </pc:docMkLst>
      <pc:sldChg chg="modSp mod">
        <pc:chgData name="Waqar Mehmood" userId="3292cbd2-f35e-49d9-bb56-09c1031ccaa8" providerId="ADAL" clId="{2AEA685B-1534-46A1-B5A5-10E618C6580C}" dt="2025-10-07T06:59:36.385" v="733" actId="20577"/>
        <pc:sldMkLst>
          <pc:docMk/>
          <pc:sldMk cId="0" sldId="256"/>
        </pc:sldMkLst>
        <pc:spChg chg="mod">
          <ac:chgData name="Waqar Mehmood" userId="3292cbd2-f35e-49d9-bb56-09c1031ccaa8" providerId="ADAL" clId="{2AEA685B-1534-46A1-B5A5-10E618C6580C}" dt="2025-10-07T06:59:36.385" v="733" actId="20577"/>
          <ac:spMkLst>
            <pc:docMk/>
            <pc:sldMk cId="0" sldId="256"/>
            <ac:spMk id="3074" creationId="{00000000-0000-0000-0000-000000000000}"/>
          </ac:spMkLst>
        </pc:spChg>
      </pc:sldChg>
      <pc:sldChg chg="del">
        <pc:chgData name="Waqar Mehmood" userId="3292cbd2-f35e-49d9-bb56-09c1031ccaa8" providerId="ADAL" clId="{2AEA685B-1534-46A1-B5A5-10E618C6580C}" dt="2025-10-03T05:52:45.289" v="5" actId="47"/>
        <pc:sldMkLst>
          <pc:docMk/>
          <pc:sldMk cId="3178468147" sldId="283"/>
        </pc:sldMkLst>
      </pc:sldChg>
      <pc:sldChg chg="del">
        <pc:chgData name="Waqar Mehmood" userId="3292cbd2-f35e-49d9-bb56-09c1031ccaa8" providerId="ADAL" clId="{2AEA685B-1534-46A1-B5A5-10E618C6580C}" dt="2025-10-03T05:52:45.962" v="7" actId="47"/>
        <pc:sldMkLst>
          <pc:docMk/>
          <pc:sldMk cId="4187331744" sldId="285"/>
        </pc:sldMkLst>
      </pc:sldChg>
      <pc:sldChg chg="del">
        <pc:chgData name="Waqar Mehmood" userId="3292cbd2-f35e-49d9-bb56-09c1031ccaa8" providerId="ADAL" clId="{2AEA685B-1534-46A1-B5A5-10E618C6580C}" dt="2025-10-03T05:52:46.231" v="8" actId="47"/>
        <pc:sldMkLst>
          <pc:docMk/>
          <pc:sldMk cId="3108805277" sldId="286"/>
        </pc:sldMkLst>
      </pc:sldChg>
      <pc:sldChg chg="del">
        <pc:chgData name="Waqar Mehmood" userId="3292cbd2-f35e-49d9-bb56-09c1031ccaa8" providerId="ADAL" clId="{2AEA685B-1534-46A1-B5A5-10E618C6580C}" dt="2025-10-03T05:52:46.713" v="10" actId="47"/>
        <pc:sldMkLst>
          <pc:docMk/>
          <pc:sldMk cId="871851832" sldId="300"/>
        </pc:sldMkLst>
      </pc:sldChg>
      <pc:sldChg chg="del">
        <pc:chgData name="Waqar Mehmood" userId="3292cbd2-f35e-49d9-bb56-09c1031ccaa8" providerId="ADAL" clId="{2AEA685B-1534-46A1-B5A5-10E618C6580C}" dt="2025-10-03T05:52:46.938" v="11" actId="47"/>
        <pc:sldMkLst>
          <pc:docMk/>
          <pc:sldMk cId="26230410" sldId="336"/>
        </pc:sldMkLst>
      </pc:sldChg>
      <pc:sldChg chg="del">
        <pc:chgData name="Waqar Mehmood" userId="3292cbd2-f35e-49d9-bb56-09c1031ccaa8" providerId="ADAL" clId="{2AEA685B-1534-46A1-B5A5-10E618C6580C}" dt="2025-10-03T05:52:47.953" v="14" actId="47"/>
        <pc:sldMkLst>
          <pc:docMk/>
          <pc:sldMk cId="0" sldId="502"/>
        </pc:sldMkLst>
      </pc:sldChg>
      <pc:sldChg chg="del">
        <pc:chgData name="Waqar Mehmood" userId="3292cbd2-f35e-49d9-bb56-09c1031ccaa8" providerId="ADAL" clId="{2AEA685B-1534-46A1-B5A5-10E618C6580C}" dt="2025-10-03T05:52:44.450" v="3" actId="47"/>
        <pc:sldMkLst>
          <pc:docMk/>
          <pc:sldMk cId="136546725" sldId="1227"/>
        </pc:sldMkLst>
      </pc:sldChg>
      <pc:sldChg chg="del">
        <pc:chgData name="Waqar Mehmood" userId="3292cbd2-f35e-49d9-bb56-09c1031ccaa8" providerId="ADAL" clId="{2AEA685B-1534-46A1-B5A5-10E618C6580C}" dt="2025-10-03T05:52:44.851" v="4" actId="47"/>
        <pc:sldMkLst>
          <pc:docMk/>
          <pc:sldMk cId="1372013936" sldId="1228"/>
        </pc:sldMkLst>
      </pc:sldChg>
      <pc:sldChg chg="del">
        <pc:chgData name="Waqar Mehmood" userId="3292cbd2-f35e-49d9-bb56-09c1031ccaa8" providerId="ADAL" clId="{2AEA685B-1534-46A1-B5A5-10E618C6580C}" dt="2025-10-03T05:52:49.410" v="17" actId="47"/>
        <pc:sldMkLst>
          <pc:docMk/>
          <pc:sldMk cId="3999839427" sldId="1230"/>
        </pc:sldMkLst>
      </pc:sldChg>
      <pc:sldChg chg="del">
        <pc:chgData name="Waqar Mehmood" userId="3292cbd2-f35e-49d9-bb56-09c1031ccaa8" providerId="ADAL" clId="{2AEA685B-1534-46A1-B5A5-10E618C6580C}" dt="2025-10-03T05:52:48.757" v="16" actId="47"/>
        <pc:sldMkLst>
          <pc:docMk/>
          <pc:sldMk cId="445416071" sldId="1231"/>
        </pc:sldMkLst>
      </pc:sldChg>
      <pc:sldChg chg="del">
        <pc:chgData name="Waqar Mehmood" userId="3292cbd2-f35e-49d9-bb56-09c1031ccaa8" providerId="ADAL" clId="{2AEA685B-1534-46A1-B5A5-10E618C6580C}" dt="2025-10-03T05:52:45.619" v="6" actId="47"/>
        <pc:sldMkLst>
          <pc:docMk/>
          <pc:sldMk cId="1760107442" sldId="1232"/>
        </pc:sldMkLst>
      </pc:sldChg>
      <pc:sldChg chg="del">
        <pc:chgData name="Waqar Mehmood" userId="3292cbd2-f35e-49d9-bb56-09c1031ccaa8" providerId="ADAL" clId="{2AEA685B-1534-46A1-B5A5-10E618C6580C}" dt="2025-10-03T05:52:47.148" v="12" actId="47"/>
        <pc:sldMkLst>
          <pc:docMk/>
          <pc:sldMk cId="3408927863" sldId="1233"/>
        </pc:sldMkLst>
      </pc:sldChg>
      <pc:sldChg chg="del">
        <pc:chgData name="Waqar Mehmood" userId="3292cbd2-f35e-49d9-bb56-09c1031ccaa8" providerId="ADAL" clId="{2AEA685B-1534-46A1-B5A5-10E618C6580C}" dt="2025-10-03T05:52:47.600" v="13" actId="47"/>
        <pc:sldMkLst>
          <pc:docMk/>
          <pc:sldMk cId="4055342735" sldId="1234"/>
        </pc:sldMkLst>
      </pc:sldChg>
      <pc:sldChg chg="del">
        <pc:chgData name="Waqar Mehmood" userId="3292cbd2-f35e-49d9-bb56-09c1031ccaa8" providerId="ADAL" clId="{2AEA685B-1534-46A1-B5A5-10E618C6580C}" dt="2025-10-03T05:52:48.420" v="15" actId="47"/>
        <pc:sldMkLst>
          <pc:docMk/>
          <pc:sldMk cId="4250779109" sldId="1235"/>
        </pc:sldMkLst>
      </pc:sldChg>
      <pc:sldChg chg="modSp del mod">
        <pc:chgData name="Waqar Mehmood" userId="3292cbd2-f35e-49d9-bb56-09c1031ccaa8" providerId="ADAL" clId="{2AEA685B-1534-46A1-B5A5-10E618C6580C}" dt="2025-10-07T07:00:14.451" v="734" actId="47"/>
        <pc:sldMkLst>
          <pc:docMk/>
          <pc:sldMk cId="2500367892" sldId="1236"/>
        </pc:sldMkLst>
        <pc:spChg chg="mod">
          <ac:chgData name="Waqar Mehmood" userId="3292cbd2-f35e-49d9-bb56-09c1031ccaa8" providerId="ADAL" clId="{2AEA685B-1534-46A1-B5A5-10E618C6580C}" dt="2025-10-06T11:14:25.518" v="673" actId="5793"/>
          <ac:spMkLst>
            <pc:docMk/>
            <pc:sldMk cId="2500367892" sldId="1236"/>
            <ac:spMk id="3" creationId="{1D512049-4E10-12C3-F154-846AB7B2CD27}"/>
          </ac:spMkLst>
        </pc:spChg>
      </pc:sldChg>
      <pc:sldChg chg="del">
        <pc:chgData name="Waqar Mehmood" userId="3292cbd2-f35e-49d9-bb56-09c1031ccaa8" providerId="ADAL" clId="{2AEA685B-1534-46A1-B5A5-10E618C6580C}" dt="2025-10-03T05:52:46.491" v="9" actId="47"/>
        <pc:sldMkLst>
          <pc:docMk/>
          <pc:sldMk cId="858927989" sldId="1237"/>
        </pc:sldMkLst>
      </pc:sldChg>
      <pc:sldChg chg="modSp mod ord">
        <pc:chgData name="Waqar Mehmood" userId="3292cbd2-f35e-49d9-bb56-09c1031ccaa8" providerId="ADAL" clId="{2AEA685B-1534-46A1-B5A5-10E618C6580C}" dt="2025-10-07T09:31:30.450" v="1145"/>
        <pc:sldMkLst>
          <pc:docMk/>
          <pc:sldMk cId="3674467131" sldId="1239"/>
        </pc:sldMkLst>
        <pc:spChg chg="mod">
          <ac:chgData name="Waqar Mehmood" userId="3292cbd2-f35e-49d9-bb56-09c1031ccaa8" providerId="ADAL" clId="{2AEA685B-1534-46A1-B5A5-10E618C6580C}" dt="2025-10-06T11:45:25.069" v="697" actId="20577"/>
          <ac:spMkLst>
            <pc:docMk/>
            <pc:sldMk cId="3674467131" sldId="1239"/>
            <ac:spMk id="2" creationId="{68B6D01E-D9F3-E2BB-DAD8-66C01A1CBC0D}"/>
          </ac:spMkLst>
        </pc:spChg>
        <pc:spChg chg="mod">
          <ac:chgData name="Waqar Mehmood" userId="3292cbd2-f35e-49d9-bb56-09c1031ccaa8" providerId="ADAL" clId="{2AEA685B-1534-46A1-B5A5-10E618C6580C}" dt="2025-10-06T11:45:20.040" v="693" actId="27636"/>
          <ac:spMkLst>
            <pc:docMk/>
            <pc:sldMk cId="3674467131" sldId="1239"/>
            <ac:spMk id="3" creationId="{3F1761F3-B17D-3A51-8D3C-DB9E1A5E8917}"/>
          </ac:spMkLst>
        </pc:spChg>
      </pc:sldChg>
      <pc:sldChg chg="del">
        <pc:chgData name="Waqar Mehmood" userId="3292cbd2-f35e-49d9-bb56-09c1031ccaa8" providerId="ADAL" clId="{2AEA685B-1534-46A1-B5A5-10E618C6580C}" dt="2025-10-06T11:44:05.120" v="688" actId="47"/>
        <pc:sldMkLst>
          <pc:docMk/>
          <pc:sldMk cId="2213539235" sldId="1240"/>
        </pc:sldMkLst>
      </pc:sldChg>
      <pc:sldChg chg="del">
        <pc:chgData name="Waqar Mehmood" userId="3292cbd2-f35e-49d9-bb56-09c1031ccaa8" providerId="ADAL" clId="{2AEA685B-1534-46A1-B5A5-10E618C6580C}" dt="2025-10-07T07:00:24.193" v="735" actId="47"/>
        <pc:sldMkLst>
          <pc:docMk/>
          <pc:sldMk cId="2035120469" sldId="1241"/>
        </pc:sldMkLst>
      </pc:sldChg>
      <pc:sldChg chg="del">
        <pc:chgData name="Waqar Mehmood" userId="3292cbd2-f35e-49d9-bb56-09c1031ccaa8" providerId="ADAL" clId="{2AEA685B-1534-46A1-B5A5-10E618C6580C}" dt="2025-10-07T07:00:24.193" v="735" actId="47"/>
        <pc:sldMkLst>
          <pc:docMk/>
          <pc:sldMk cId="3118720040" sldId="1242"/>
        </pc:sldMkLst>
      </pc:sldChg>
      <pc:sldChg chg="modSp del mod">
        <pc:chgData name="Waqar Mehmood" userId="3292cbd2-f35e-49d9-bb56-09c1031ccaa8" providerId="ADAL" clId="{2AEA685B-1534-46A1-B5A5-10E618C6580C}" dt="2025-10-07T07:00:24.193" v="735" actId="47"/>
        <pc:sldMkLst>
          <pc:docMk/>
          <pc:sldMk cId="1772954151" sldId="1243"/>
        </pc:sldMkLst>
      </pc:sldChg>
      <pc:sldChg chg="del">
        <pc:chgData name="Waqar Mehmood" userId="3292cbd2-f35e-49d9-bb56-09c1031ccaa8" providerId="ADAL" clId="{2AEA685B-1534-46A1-B5A5-10E618C6580C}" dt="2025-10-07T07:00:24.193" v="735" actId="47"/>
        <pc:sldMkLst>
          <pc:docMk/>
          <pc:sldMk cId="3917109091" sldId="1244"/>
        </pc:sldMkLst>
      </pc:sldChg>
      <pc:sldChg chg="del">
        <pc:chgData name="Waqar Mehmood" userId="3292cbd2-f35e-49d9-bb56-09c1031ccaa8" providerId="ADAL" clId="{2AEA685B-1534-46A1-B5A5-10E618C6580C}" dt="2025-10-07T07:00:24.193" v="735" actId="47"/>
        <pc:sldMkLst>
          <pc:docMk/>
          <pc:sldMk cId="3778933816" sldId="1245"/>
        </pc:sldMkLst>
      </pc:sldChg>
      <pc:sldChg chg="del">
        <pc:chgData name="Waqar Mehmood" userId="3292cbd2-f35e-49d9-bb56-09c1031ccaa8" providerId="ADAL" clId="{2AEA685B-1534-46A1-B5A5-10E618C6580C}" dt="2025-10-06T11:43:58.511" v="687" actId="47"/>
        <pc:sldMkLst>
          <pc:docMk/>
          <pc:sldMk cId="627315812" sldId="1246"/>
        </pc:sldMkLst>
      </pc:sldChg>
      <pc:sldChg chg="modSp del">
        <pc:chgData name="Waqar Mehmood" userId="3292cbd2-f35e-49d9-bb56-09c1031ccaa8" providerId="ADAL" clId="{2AEA685B-1534-46A1-B5A5-10E618C6580C}" dt="2025-10-06T11:45:05.693" v="691" actId="47"/>
        <pc:sldMkLst>
          <pc:docMk/>
          <pc:sldMk cId="1487751703" sldId="1247"/>
        </pc:sldMkLst>
        <pc:picChg chg="mod">
          <ac:chgData name="Waqar Mehmood" userId="3292cbd2-f35e-49d9-bb56-09c1031ccaa8" providerId="ADAL" clId="{2AEA685B-1534-46A1-B5A5-10E618C6580C}" dt="2025-10-06T11:44:24.361" v="690" actId="1076"/>
          <ac:picMkLst>
            <pc:docMk/>
            <pc:sldMk cId="1487751703" sldId="1247"/>
            <ac:picMk id="10242" creationId="{8C0B211D-3A2F-937B-DB6E-9DEA6339D53C}"/>
          </ac:picMkLst>
        </pc:picChg>
      </pc:sldChg>
      <pc:sldChg chg="modSp del mod">
        <pc:chgData name="Waqar Mehmood" userId="3292cbd2-f35e-49d9-bb56-09c1031ccaa8" providerId="ADAL" clId="{2AEA685B-1534-46A1-B5A5-10E618C6580C}" dt="2025-10-06T11:45:40.249" v="698" actId="47"/>
        <pc:sldMkLst>
          <pc:docMk/>
          <pc:sldMk cId="1635820585" sldId="1248"/>
        </pc:sldMkLst>
        <pc:spChg chg="mod">
          <ac:chgData name="Waqar Mehmood" userId="3292cbd2-f35e-49d9-bb56-09c1031ccaa8" providerId="ADAL" clId="{2AEA685B-1534-46A1-B5A5-10E618C6580C}" dt="2025-10-06T11:13:52.676" v="660" actId="15"/>
          <ac:spMkLst>
            <pc:docMk/>
            <pc:sldMk cId="1635820585" sldId="1248"/>
            <ac:spMk id="3" creationId="{99D63E20-FE69-7292-77DC-3E0898BCF142}"/>
          </ac:spMkLst>
        </pc:spChg>
      </pc:sldChg>
      <pc:sldChg chg="modSp new mod">
        <pc:chgData name="Waqar Mehmood" userId="3292cbd2-f35e-49d9-bb56-09c1031ccaa8" providerId="ADAL" clId="{2AEA685B-1534-46A1-B5A5-10E618C6580C}" dt="2025-10-06T11:14:31.568" v="674" actId="404"/>
        <pc:sldMkLst>
          <pc:docMk/>
          <pc:sldMk cId="1467296087" sldId="1249"/>
        </pc:sldMkLst>
        <pc:spChg chg="mod">
          <ac:chgData name="Waqar Mehmood" userId="3292cbd2-f35e-49d9-bb56-09c1031ccaa8" providerId="ADAL" clId="{2AEA685B-1534-46A1-B5A5-10E618C6580C}" dt="2025-10-06T11:14:20.708" v="668"/>
          <ac:spMkLst>
            <pc:docMk/>
            <pc:sldMk cId="1467296087" sldId="1249"/>
            <ac:spMk id="2" creationId="{2ABD1ED1-4D40-C072-5587-93259D0A952D}"/>
          </ac:spMkLst>
        </pc:spChg>
        <pc:spChg chg="mod">
          <ac:chgData name="Waqar Mehmood" userId="3292cbd2-f35e-49d9-bb56-09c1031ccaa8" providerId="ADAL" clId="{2AEA685B-1534-46A1-B5A5-10E618C6580C}" dt="2025-10-06T11:14:31.568" v="674" actId="404"/>
          <ac:spMkLst>
            <pc:docMk/>
            <pc:sldMk cId="1467296087" sldId="1249"/>
            <ac:spMk id="3" creationId="{15DDB0E0-82D1-4F1C-96EB-4A54CF9BAC08}"/>
          </ac:spMkLst>
        </pc:spChg>
      </pc:sldChg>
      <pc:sldChg chg="addSp delSp modSp new mod setBg">
        <pc:chgData name="Waqar Mehmood" userId="3292cbd2-f35e-49d9-bb56-09c1031ccaa8" providerId="ADAL" clId="{2AEA685B-1534-46A1-B5A5-10E618C6580C}" dt="2025-10-06T11:16:08.629" v="686" actId="14100"/>
        <pc:sldMkLst>
          <pc:docMk/>
          <pc:sldMk cId="3602378668" sldId="1250"/>
        </pc:sldMkLst>
        <pc:spChg chg="add del">
          <ac:chgData name="Waqar Mehmood" userId="3292cbd2-f35e-49d9-bb56-09c1031ccaa8" providerId="ADAL" clId="{2AEA685B-1534-46A1-B5A5-10E618C6580C}" dt="2025-10-06T11:15:52.403" v="681" actId="26606"/>
          <ac:spMkLst>
            <pc:docMk/>
            <pc:sldMk cId="3602378668" sldId="1250"/>
            <ac:spMk id="2" creationId="{86AA6FBE-A5A8-928F-9168-0C3B4B28820B}"/>
          </ac:spMkLst>
        </pc:spChg>
        <pc:spChg chg="add del">
          <ac:chgData name="Waqar Mehmood" userId="3292cbd2-f35e-49d9-bb56-09c1031ccaa8" providerId="ADAL" clId="{2AEA685B-1534-46A1-B5A5-10E618C6580C}" dt="2025-10-06T11:15:52.403" v="681" actId="26606"/>
          <ac:spMkLst>
            <pc:docMk/>
            <pc:sldMk cId="3602378668" sldId="1250"/>
            <ac:spMk id="3" creationId="{1F06D514-D070-275B-AA32-4FE92E2ECE87}"/>
          </ac:spMkLst>
        </pc:spChg>
        <pc:spChg chg="add del">
          <ac:chgData name="Waqar Mehmood" userId="3292cbd2-f35e-49d9-bb56-09c1031ccaa8" providerId="ADAL" clId="{2AEA685B-1534-46A1-B5A5-10E618C6580C}" dt="2025-10-06T11:15:45.860" v="678" actId="26606"/>
          <ac:spMkLst>
            <pc:docMk/>
            <pc:sldMk cId="3602378668" sldId="1250"/>
            <ac:spMk id="10" creationId="{C2579DAE-C141-48DB-810E-C070C300819E}"/>
          </ac:spMkLst>
        </pc:spChg>
        <pc:spChg chg="add del">
          <ac:chgData name="Waqar Mehmood" userId="3292cbd2-f35e-49d9-bb56-09c1031ccaa8" providerId="ADAL" clId="{2AEA685B-1534-46A1-B5A5-10E618C6580C}" dt="2025-10-06T11:15:45.860" v="678" actId="26606"/>
          <ac:spMkLst>
            <pc:docMk/>
            <pc:sldMk cId="3602378668" sldId="1250"/>
            <ac:spMk id="12" creationId="{02FD90C3-6350-4D5B-9738-6E94EDF30F74}"/>
          </ac:spMkLst>
        </pc:spChg>
        <pc:spChg chg="add del">
          <ac:chgData name="Waqar Mehmood" userId="3292cbd2-f35e-49d9-bb56-09c1031ccaa8" providerId="ADAL" clId="{2AEA685B-1534-46A1-B5A5-10E618C6580C}" dt="2025-10-06T11:15:45.860" v="678" actId="26606"/>
          <ac:spMkLst>
            <pc:docMk/>
            <pc:sldMk cId="3602378668" sldId="1250"/>
            <ac:spMk id="14" creationId="{BCD2D517-BC35-4439-AC31-06DF764F25FC}"/>
          </ac:spMkLst>
        </pc:spChg>
        <pc:spChg chg="add del">
          <ac:chgData name="Waqar Mehmood" userId="3292cbd2-f35e-49d9-bb56-09c1031ccaa8" providerId="ADAL" clId="{2AEA685B-1534-46A1-B5A5-10E618C6580C}" dt="2025-10-06T11:15:45.860" v="678" actId="26606"/>
          <ac:spMkLst>
            <pc:docMk/>
            <pc:sldMk cId="3602378668" sldId="1250"/>
            <ac:spMk id="16" creationId="{2DD3F846-0483-40F5-A881-0C1AD2A0CAD7}"/>
          </ac:spMkLst>
        </pc:spChg>
        <pc:spChg chg="add del">
          <ac:chgData name="Waqar Mehmood" userId="3292cbd2-f35e-49d9-bb56-09c1031ccaa8" providerId="ADAL" clId="{2AEA685B-1534-46A1-B5A5-10E618C6580C}" dt="2025-10-06T11:15:52.397" v="680" actId="26606"/>
          <ac:spMkLst>
            <pc:docMk/>
            <pc:sldMk cId="3602378668" sldId="1250"/>
            <ac:spMk id="18" creationId="{AE1AF813-2D2F-4B78-9216-388AF161EDAA}"/>
          </ac:spMkLst>
        </pc:spChg>
        <pc:spChg chg="add del">
          <ac:chgData name="Waqar Mehmood" userId="3292cbd2-f35e-49d9-bb56-09c1031ccaa8" providerId="ADAL" clId="{2AEA685B-1534-46A1-B5A5-10E618C6580C}" dt="2025-10-06T11:15:52.397" v="680" actId="26606"/>
          <ac:spMkLst>
            <pc:docMk/>
            <pc:sldMk cId="3602378668" sldId="1250"/>
            <ac:spMk id="19" creationId="{C47181D2-95D5-4439-9BDF-14D4FDC7BD80}"/>
          </ac:spMkLst>
        </pc:spChg>
        <pc:spChg chg="add del">
          <ac:chgData name="Waqar Mehmood" userId="3292cbd2-f35e-49d9-bb56-09c1031ccaa8" providerId="ADAL" clId="{2AEA685B-1534-46A1-B5A5-10E618C6580C}" dt="2025-10-06T11:15:52.397" v="680" actId="26606"/>
          <ac:spMkLst>
            <pc:docMk/>
            <pc:sldMk cId="3602378668" sldId="1250"/>
            <ac:spMk id="20" creationId="{25ED69BC-66D4-439D-9739-69DA08317B18}"/>
          </ac:spMkLst>
        </pc:spChg>
        <pc:spChg chg="add del">
          <ac:chgData name="Waqar Mehmood" userId="3292cbd2-f35e-49d9-bb56-09c1031ccaa8" providerId="ADAL" clId="{2AEA685B-1534-46A1-B5A5-10E618C6580C}" dt="2025-10-06T11:15:52.397" v="680" actId="26606"/>
          <ac:spMkLst>
            <pc:docMk/>
            <pc:sldMk cId="3602378668" sldId="1250"/>
            <ac:spMk id="21" creationId="{9D7312F7-2B85-4A98-BE37-BB99514D3508}"/>
          </ac:spMkLst>
        </pc:spChg>
        <pc:spChg chg="add">
          <ac:chgData name="Waqar Mehmood" userId="3292cbd2-f35e-49d9-bb56-09c1031ccaa8" providerId="ADAL" clId="{2AEA685B-1534-46A1-B5A5-10E618C6580C}" dt="2025-10-06T11:15:52.403" v="681" actId="26606"/>
          <ac:spMkLst>
            <pc:docMk/>
            <pc:sldMk cId="3602378668" sldId="1250"/>
            <ac:spMk id="23" creationId="{C2579DAE-C141-48DB-810E-C070C300819E}"/>
          </ac:spMkLst>
        </pc:spChg>
        <pc:spChg chg="add">
          <ac:chgData name="Waqar Mehmood" userId="3292cbd2-f35e-49d9-bb56-09c1031ccaa8" providerId="ADAL" clId="{2AEA685B-1534-46A1-B5A5-10E618C6580C}" dt="2025-10-06T11:15:52.403" v="681" actId="26606"/>
          <ac:spMkLst>
            <pc:docMk/>
            <pc:sldMk cId="3602378668" sldId="1250"/>
            <ac:spMk id="24" creationId="{02FD90C3-6350-4D5B-9738-6E94EDF30F74}"/>
          </ac:spMkLst>
        </pc:spChg>
        <pc:spChg chg="add">
          <ac:chgData name="Waqar Mehmood" userId="3292cbd2-f35e-49d9-bb56-09c1031ccaa8" providerId="ADAL" clId="{2AEA685B-1534-46A1-B5A5-10E618C6580C}" dt="2025-10-06T11:15:52.403" v="681" actId="26606"/>
          <ac:spMkLst>
            <pc:docMk/>
            <pc:sldMk cId="3602378668" sldId="1250"/>
            <ac:spMk id="25" creationId="{BCD2D517-BC35-4439-AC31-06DF764F25FC}"/>
          </ac:spMkLst>
        </pc:spChg>
        <pc:spChg chg="add">
          <ac:chgData name="Waqar Mehmood" userId="3292cbd2-f35e-49d9-bb56-09c1031ccaa8" providerId="ADAL" clId="{2AEA685B-1534-46A1-B5A5-10E618C6580C}" dt="2025-10-06T11:15:52.403" v="681" actId="26606"/>
          <ac:spMkLst>
            <pc:docMk/>
            <pc:sldMk cId="3602378668" sldId="1250"/>
            <ac:spMk id="26" creationId="{2DD3F846-0483-40F5-A881-0C1AD2A0CAD7}"/>
          </ac:spMkLst>
        </pc:spChg>
        <pc:picChg chg="add mod">
          <ac:chgData name="Waqar Mehmood" userId="3292cbd2-f35e-49d9-bb56-09c1031ccaa8" providerId="ADAL" clId="{2AEA685B-1534-46A1-B5A5-10E618C6580C}" dt="2025-10-06T11:16:08.629" v="686" actId="14100"/>
          <ac:picMkLst>
            <pc:docMk/>
            <pc:sldMk cId="3602378668" sldId="1250"/>
            <ac:picMk id="5" creationId="{55858464-087E-C879-8DE7-2E2E33F62E0A}"/>
          </ac:picMkLst>
        </pc:picChg>
      </pc:sldChg>
      <pc:sldChg chg="modSp new mod ord">
        <pc:chgData name="Waqar Mehmood" userId="3292cbd2-f35e-49d9-bb56-09c1031ccaa8" providerId="ADAL" clId="{2AEA685B-1534-46A1-B5A5-10E618C6580C}" dt="2025-10-07T09:32:34.544" v="1147"/>
        <pc:sldMkLst>
          <pc:docMk/>
          <pc:sldMk cId="3376902052" sldId="1251"/>
        </pc:sldMkLst>
        <pc:spChg chg="mod">
          <ac:chgData name="Waqar Mehmood" userId="3292cbd2-f35e-49d9-bb56-09c1031ccaa8" providerId="ADAL" clId="{2AEA685B-1534-46A1-B5A5-10E618C6580C}" dt="2025-10-06T11:46:00.315" v="700"/>
          <ac:spMkLst>
            <pc:docMk/>
            <pc:sldMk cId="3376902052" sldId="1251"/>
            <ac:spMk id="2" creationId="{22A8A94B-3D08-005F-9831-EA41CC5BF27B}"/>
          </ac:spMkLst>
        </pc:spChg>
        <pc:spChg chg="mod">
          <ac:chgData name="Waqar Mehmood" userId="3292cbd2-f35e-49d9-bb56-09c1031ccaa8" providerId="ADAL" clId="{2AEA685B-1534-46A1-B5A5-10E618C6580C}" dt="2025-10-07T07:21:58.907" v="761" actId="27636"/>
          <ac:spMkLst>
            <pc:docMk/>
            <pc:sldMk cId="3376902052" sldId="1251"/>
            <ac:spMk id="3" creationId="{90E92E31-D01B-2D92-F0D3-A3FB9038BA5C}"/>
          </ac:spMkLst>
        </pc:spChg>
      </pc:sldChg>
      <pc:sldChg chg="modSp new mod">
        <pc:chgData name="Waqar Mehmood" userId="3292cbd2-f35e-49d9-bb56-09c1031ccaa8" providerId="ADAL" clId="{2AEA685B-1534-46A1-B5A5-10E618C6580C}" dt="2025-10-07T09:32:55.100" v="1152" actId="108"/>
        <pc:sldMkLst>
          <pc:docMk/>
          <pc:sldMk cId="2975429682" sldId="1252"/>
        </pc:sldMkLst>
        <pc:spChg chg="mod">
          <ac:chgData name="Waqar Mehmood" userId="3292cbd2-f35e-49d9-bb56-09c1031ccaa8" providerId="ADAL" clId="{2AEA685B-1534-46A1-B5A5-10E618C6580C}" dt="2025-10-07T07:20:13.684" v="743"/>
          <ac:spMkLst>
            <pc:docMk/>
            <pc:sldMk cId="2975429682" sldId="1252"/>
            <ac:spMk id="2" creationId="{4CA9C99B-8E07-C58B-A3DF-9E53B2066C85}"/>
          </ac:spMkLst>
        </pc:spChg>
        <pc:spChg chg="mod">
          <ac:chgData name="Waqar Mehmood" userId="3292cbd2-f35e-49d9-bb56-09c1031ccaa8" providerId="ADAL" clId="{2AEA685B-1534-46A1-B5A5-10E618C6580C}" dt="2025-10-07T09:32:55.100" v="1152" actId="108"/>
          <ac:spMkLst>
            <pc:docMk/>
            <pc:sldMk cId="2975429682" sldId="1252"/>
            <ac:spMk id="3" creationId="{12752073-D249-5D54-C72C-4A708F2DADDD}"/>
          </ac:spMkLst>
        </pc:spChg>
      </pc:sldChg>
      <pc:sldChg chg="modSp new mod">
        <pc:chgData name="Waqar Mehmood" userId="3292cbd2-f35e-49d9-bb56-09c1031ccaa8" providerId="ADAL" clId="{2AEA685B-1534-46A1-B5A5-10E618C6580C}" dt="2025-10-07T08:16:33.567" v="973" actId="403"/>
        <pc:sldMkLst>
          <pc:docMk/>
          <pc:sldMk cId="2546219204" sldId="1253"/>
        </pc:sldMkLst>
        <pc:spChg chg="mod">
          <ac:chgData name="Waqar Mehmood" userId="3292cbd2-f35e-49d9-bb56-09c1031ccaa8" providerId="ADAL" clId="{2AEA685B-1534-46A1-B5A5-10E618C6580C}" dt="2025-10-07T07:22:25.775" v="764" actId="404"/>
          <ac:spMkLst>
            <pc:docMk/>
            <pc:sldMk cId="2546219204" sldId="1253"/>
            <ac:spMk id="2" creationId="{0E9DB802-3DE3-BA88-BEAD-AA2A0346C774}"/>
          </ac:spMkLst>
        </pc:spChg>
        <pc:spChg chg="mod">
          <ac:chgData name="Waqar Mehmood" userId="3292cbd2-f35e-49d9-bb56-09c1031ccaa8" providerId="ADAL" clId="{2AEA685B-1534-46A1-B5A5-10E618C6580C}" dt="2025-10-07T08:16:33.567" v="973" actId="403"/>
          <ac:spMkLst>
            <pc:docMk/>
            <pc:sldMk cId="2546219204" sldId="1253"/>
            <ac:spMk id="3" creationId="{596A2DC8-4C5B-1036-E85C-DAFB1BB4D57B}"/>
          </ac:spMkLst>
        </pc:spChg>
      </pc:sldChg>
      <pc:sldChg chg="addSp modSp new mod">
        <pc:chgData name="Waqar Mehmood" userId="3292cbd2-f35e-49d9-bb56-09c1031ccaa8" providerId="ADAL" clId="{2AEA685B-1534-46A1-B5A5-10E618C6580C}" dt="2025-10-07T07:39:26.339" v="790" actId="14100"/>
        <pc:sldMkLst>
          <pc:docMk/>
          <pc:sldMk cId="3145275297" sldId="1254"/>
        </pc:sldMkLst>
        <pc:spChg chg="mod">
          <ac:chgData name="Waqar Mehmood" userId="3292cbd2-f35e-49d9-bb56-09c1031ccaa8" providerId="ADAL" clId="{2AEA685B-1534-46A1-B5A5-10E618C6580C}" dt="2025-10-07T07:34:23.235" v="780"/>
          <ac:spMkLst>
            <pc:docMk/>
            <pc:sldMk cId="3145275297" sldId="1254"/>
            <ac:spMk id="2" creationId="{4D31B461-749C-D89F-570D-CC7764B0E9D0}"/>
          </ac:spMkLst>
        </pc:spChg>
        <pc:spChg chg="mod">
          <ac:chgData name="Waqar Mehmood" userId="3292cbd2-f35e-49d9-bb56-09c1031ccaa8" providerId="ADAL" clId="{2AEA685B-1534-46A1-B5A5-10E618C6580C}" dt="2025-10-07T07:35:14.254" v="788" actId="207"/>
          <ac:spMkLst>
            <pc:docMk/>
            <pc:sldMk cId="3145275297" sldId="1254"/>
            <ac:spMk id="3" creationId="{04603C6C-618B-3E8C-62A2-A8D41AA89133}"/>
          </ac:spMkLst>
        </pc:spChg>
        <pc:picChg chg="add mod">
          <ac:chgData name="Waqar Mehmood" userId="3292cbd2-f35e-49d9-bb56-09c1031ccaa8" providerId="ADAL" clId="{2AEA685B-1534-46A1-B5A5-10E618C6580C}" dt="2025-10-07T07:39:26.339" v="790" actId="14100"/>
          <ac:picMkLst>
            <pc:docMk/>
            <pc:sldMk cId="3145275297" sldId="1254"/>
            <ac:picMk id="5" creationId="{C6FEBD2F-2C99-AB3C-781F-F525F9190B2C}"/>
          </ac:picMkLst>
        </pc:picChg>
      </pc:sldChg>
      <pc:sldChg chg="addSp modSp new mod">
        <pc:chgData name="Waqar Mehmood" userId="3292cbd2-f35e-49d9-bb56-09c1031ccaa8" providerId="ADAL" clId="{2AEA685B-1534-46A1-B5A5-10E618C6580C}" dt="2025-10-07T07:42:49.674" v="804" actId="14100"/>
        <pc:sldMkLst>
          <pc:docMk/>
          <pc:sldMk cId="3189454209" sldId="1255"/>
        </pc:sldMkLst>
        <pc:spChg chg="mod">
          <ac:chgData name="Waqar Mehmood" userId="3292cbd2-f35e-49d9-bb56-09c1031ccaa8" providerId="ADAL" clId="{2AEA685B-1534-46A1-B5A5-10E618C6580C}" dt="2025-10-07T07:40:46.375" v="793"/>
          <ac:spMkLst>
            <pc:docMk/>
            <pc:sldMk cId="3189454209" sldId="1255"/>
            <ac:spMk id="2" creationId="{F31BCA6E-3810-B256-AD66-A2E0177B08B7}"/>
          </ac:spMkLst>
        </pc:spChg>
        <pc:spChg chg="mod">
          <ac:chgData name="Waqar Mehmood" userId="3292cbd2-f35e-49d9-bb56-09c1031ccaa8" providerId="ADAL" clId="{2AEA685B-1534-46A1-B5A5-10E618C6580C}" dt="2025-10-07T07:41:37.239" v="801" actId="404"/>
          <ac:spMkLst>
            <pc:docMk/>
            <pc:sldMk cId="3189454209" sldId="1255"/>
            <ac:spMk id="3" creationId="{3E6B9FB7-0EAE-D932-B5C3-4B0EA1144597}"/>
          </ac:spMkLst>
        </pc:spChg>
        <pc:picChg chg="add mod">
          <ac:chgData name="Waqar Mehmood" userId="3292cbd2-f35e-49d9-bb56-09c1031ccaa8" providerId="ADAL" clId="{2AEA685B-1534-46A1-B5A5-10E618C6580C}" dt="2025-10-07T07:42:49.674" v="804" actId="14100"/>
          <ac:picMkLst>
            <pc:docMk/>
            <pc:sldMk cId="3189454209" sldId="1255"/>
            <ac:picMk id="5" creationId="{E04DFC76-6C1B-FF65-F8C4-84C53CD9A0DA}"/>
          </ac:picMkLst>
        </pc:picChg>
      </pc:sldChg>
      <pc:sldChg chg="modSp new mod">
        <pc:chgData name="Waqar Mehmood" userId="3292cbd2-f35e-49d9-bb56-09c1031ccaa8" providerId="ADAL" clId="{2AEA685B-1534-46A1-B5A5-10E618C6580C}" dt="2025-10-07T07:51:02.585" v="821" actId="6549"/>
        <pc:sldMkLst>
          <pc:docMk/>
          <pc:sldMk cId="2476748080" sldId="1256"/>
        </pc:sldMkLst>
        <pc:spChg chg="mod">
          <ac:chgData name="Waqar Mehmood" userId="3292cbd2-f35e-49d9-bb56-09c1031ccaa8" providerId="ADAL" clId="{2AEA685B-1534-46A1-B5A5-10E618C6580C}" dt="2025-10-07T07:46:48.576" v="806"/>
          <ac:spMkLst>
            <pc:docMk/>
            <pc:sldMk cId="2476748080" sldId="1256"/>
            <ac:spMk id="2" creationId="{0E20D979-2F7A-F4E0-2CC6-F3A0D4AB5A86}"/>
          </ac:spMkLst>
        </pc:spChg>
        <pc:spChg chg="mod">
          <ac:chgData name="Waqar Mehmood" userId="3292cbd2-f35e-49d9-bb56-09c1031ccaa8" providerId="ADAL" clId="{2AEA685B-1534-46A1-B5A5-10E618C6580C}" dt="2025-10-07T07:51:02.585" v="821" actId="6549"/>
          <ac:spMkLst>
            <pc:docMk/>
            <pc:sldMk cId="2476748080" sldId="1256"/>
            <ac:spMk id="3" creationId="{A0850817-BF02-6EDA-B8CB-1AC7506FB15A}"/>
          </ac:spMkLst>
        </pc:spChg>
      </pc:sldChg>
      <pc:sldChg chg="addSp delSp modSp new mod">
        <pc:chgData name="Waqar Mehmood" userId="3292cbd2-f35e-49d9-bb56-09c1031ccaa8" providerId="ADAL" clId="{2AEA685B-1534-46A1-B5A5-10E618C6580C}" dt="2025-10-07T07:59:27.066" v="904" actId="6549"/>
        <pc:sldMkLst>
          <pc:docMk/>
          <pc:sldMk cId="3258565724" sldId="1257"/>
        </pc:sldMkLst>
        <pc:spChg chg="mod">
          <ac:chgData name="Waqar Mehmood" userId="3292cbd2-f35e-49d9-bb56-09c1031ccaa8" providerId="ADAL" clId="{2AEA685B-1534-46A1-B5A5-10E618C6580C}" dt="2025-10-07T07:51:11.696" v="823"/>
          <ac:spMkLst>
            <pc:docMk/>
            <pc:sldMk cId="3258565724" sldId="1257"/>
            <ac:spMk id="2" creationId="{663C7E21-CB5A-1DB0-C69D-6CD4FDBD87B9}"/>
          </ac:spMkLst>
        </pc:spChg>
        <pc:spChg chg="mod">
          <ac:chgData name="Waqar Mehmood" userId="3292cbd2-f35e-49d9-bb56-09c1031ccaa8" providerId="ADAL" clId="{2AEA685B-1534-46A1-B5A5-10E618C6580C}" dt="2025-10-07T07:59:27.066" v="904" actId="6549"/>
          <ac:spMkLst>
            <pc:docMk/>
            <pc:sldMk cId="3258565724" sldId="1257"/>
            <ac:spMk id="3" creationId="{5F3FD20E-1311-267B-D6C3-29828341A8BD}"/>
          </ac:spMkLst>
        </pc:spChg>
        <pc:picChg chg="add del mod">
          <ac:chgData name="Waqar Mehmood" userId="3292cbd2-f35e-49d9-bb56-09c1031ccaa8" providerId="ADAL" clId="{2AEA685B-1534-46A1-B5A5-10E618C6580C}" dt="2025-10-07T07:52:48.562" v="828" actId="478"/>
          <ac:picMkLst>
            <pc:docMk/>
            <pc:sldMk cId="3258565724" sldId="1257"/>
            <ac:picMk id="5" creationId="{CDE7EC87-0CE6-56F7-E25D-DD9567039164}"/>
          </ac:picMkLst>
        </pc:picChg>
      </pc:sldChg>
      <pc:sldChg chg="addSp delSp modSp new mod">
        <pc:chgData name="Waqar Mehmood" userId="3292cbd2-f35e-49d9-bb56-09c1031ccaa8" providerId="ADAL" clId="{2AEA685B-1534-46A1-B5A5-10E618C6580C}" dt="2025-10-07T08:05:21.904" v="933" actId="27636"/>
        <pc:sldMkLst>
          <pc:docMk/>
          <pc:sldMk cId="2984597304" sldId="1258"/>
        </pc:sldMkLst>
        <pc:spChg chg="mod">
          <ac:chgData name="Waqar Mehmood" userId="3292cbd2-f35e-49d9-bb56-09c1031ccaa8" providerId="ADAL" clId="{2AEA685B-1534-46A1-B5A5-10E618C6580C}" dt="2025-10-07T08:04:11.287" v="911"/>
          <ac:spMkLst>
            <pc:docMk/>
            <pc:sldMk cId="2984597304" sldId="1258"/>
            <ac:spMk id="2" creationId="{5BE148A1-D0DF-3749-39D9-38FD876DD103}"/>
          </ac:spMkLst>
        </pc:spChg>
        <pc:spChg chg="add del mod">
          <ac:chgData name="Waqar Mehmood" userId="3292cbd2-f35e-49d9-bb56-09c1031ccaa8" providerId="ADAL" clId="{2AEA685B-1534-46A1-B5A5-10E618C6580C}" dt="2025-10-07T08:05:21.904" v="933" actId="27636"/>
          <ac:spMkLst>
            <pc:docMk/>
            <pc:sldMk cId="2984597304" sldId="1258"/>
            <ac:spMk id="3" creationId="{FADB96EB-5BA4-3499-879C-C10F6E6EEF18}"/>
          </ac:spMkLst>
        </pc:spChg>
        <pc:spChg chg="add mod">
          <ac:chgData name="Waqar Mehmood" userId="3292cbd2-f35e-49d9-bb56-09c1031ccaa8" providerId="ADAL" clId="{2AEA685B-1534-46A1-B5A5-10E618C6580C}" dt="2025-10-07T08:03:56.224" v="907"/>
          <ac:spMkLst>
            <pc:docMk/>
            <pc:sldMk cId="2984597304" sldId="1258"/>
            <ac:spMk id="4" creationId="{0E812872-967A-40F2-5E03-211DCCC8E726}"/>
          </ac:spMkLst>
        </pc:spChg>
      </pc:sldChg>
      <pc:sldChg chg="modSp new mod">
        <pc:chgData name="Waqar Mehmood" userId="3292cbd2-f35e-49d9-bb56-09c1031ccaa8" providerId="ADAL" clId="{2AEA685B-1534-46A1-B5A5-10E618C6580C}" dt="2025-10-07T08:17:03.791" v="974" actId="404"/>
        <pc:sldMkLst>
          <pc:docMk/>
          <pc:sldMk cId="670907877" sldId="1259"/>
        </pc:sldMkLst>
        <pc:spChg chg="mod">
          <ac:chgData name="Waqar Mehmood" userId="3292cbd2-f35e-49d9-bb56-09c1031ccaa8" providerId="ADAL" clId="{2AEA685B-1534-46A1-B5A5-10E618C6580C}" dt="2025-10-07T08:14:39.819" v="951" actId="404"/>
          <ac:spMkLst>
            <pc:docMk/>
            <pc:sldMk cId="670907877" sldId="1259"/>
            <ac:spMk id="2" creationId="{8A697FA5-80EF-65D7-854A-9C3B31389AD9}"/>
          </ac:spMkLst>
        </pc:spChg>
        <pc:spChg chg="mod">
          <ac:chgData name="Waqar Mehmood" userId="3292cbd2-f35e-49d9-bb56-09c1031ccaa8" providerId="ADAL" clId="{2AEA685B-1534-46A1-B5A5-10E618C6580C}" dt="2025-10-07T08:17:03.791" v="974" actId="404"/>
          <ac:spMkLst>
            <pc:docMk/>
            <pc:sldMk cId="670907877" sldId="1259"/>
            <ac:spMk id="3" creationId="{6624D27D-A2EC-A9F2-7D4D-3C540E7FFD04}"/>
          </ac:spMkLst>
        </pc:spChg>
      </pc:sldChg>
      <pc:sldChg chg="modSp new mod">
        <pc:chgData name="Waqar Mehmood" userId="3292cbd2-f35e-49d9-bb56-09c1031ccaa8" providerId="ADAL" clId="{2AEA685B-1534-46A1-B5A5-10E618C6580C}" dt="2025-10-07T08:17:24.229" v="978" actId="179"/>
        <pc:sldMkLst>
          <pc:docMk/>
          <pc:sldMk cId="943827292" sldId="1260"/>
        </pc:sldMkLst>
        <pc:spChg chg="mod">
          <ac:chgData name="Waqar Mehmood" userId="3292cbd2-f35e-49d9-bb56-09c1031ccaa8" providerId="ADAL" clId="{2AEA685B-1534-46A1-B5A5-10E618C6580C}" dt="2025-10-07T08:14:35.315" v="950" actId="404"/>
          <ac:spMkLst>
            <pc:docMk/>
            <pc:sldMk cId="943827292" sldId="1260"/>
            <ac:spMk id="2" creationId="{6C714191-568B-F7FD-9041-7D9E454F957D}"/>
          </ac:spMkLst>
        </pc:spChg>
        <pc:spChg chg="mod">
          <ac:chgData name="Waqar Mehmood" userId="3292cbd2-f35e-49d9-bb56-09c1031ccaa8" providerId="ADAL" clId="{2AEA685B-1534-46A1-B5A5-10E618C6580C}" dt="2025-10-07T08:17:24.229" v="978" actId="179"/>
          <ac:spMkLst>
            <pc:docMk/>
            <pc:sldMk cId="943827292" sldId="1260"/>
            <ac:spMk id="3" creationId="{59903F79-CF8D-F1ED-2524-1EBB76DCE48F}"/>
          </ac:spMkLst>
        </pc:spChg>
      </pc:sldChg>
      <pc:sldChg chg="addSp modSp new mod">
        <pc:chgData name="Waqar Mehmood" userId="3292cbd2-f35e-49d9-bb56-09c1031ccaa8" providerId="ADAL" clId="{2AEA685B-1534-46A1-B5A5-10E618C6580C}" dt="2025-10-07T09:08:37.079" v="1035" actId="20577"/>
        <pc:sldMkLst>
          <pc:docMk/>
          <pc:sldMk cId="2537443040" sldId="1261"/>
        </pc:sldMkLst>
        <pc:spChg chg="mod">
          <ac:chgData name="Waqar Mehmood" userId="3292cbd2-f35e-49d9-bb56-09c1031ccaa8" providerId="ADAL" clId="{2AEA685B-1534-46A1-B5A5-10E618C6580C}" dt="2025-10-07T09:08:37.079" v="1035" actId="20577"/>
          <ac:spMkLst>
            <pc:docMk/>
            <pc:sldMk cId="2537443040" sldId="1261"/>
            <ac:spMk id="2" creationId="{42046F61-352A-7ACC-6053-2AB14275A28A}"/>
          </ac:spMkLst>
        </pc:spChg>
        <pc:picChg chg="add mod">
          <ac:chgData name="Waqar Mehmood" userId="3292cbd2-f35e-49d9-bb56-09c1031ccaa8" providerId="ADAL" clId="{2AEA685B-1534-46A1-B5A5-10E618C6580C}" dt="2025-10-07T08:26:45.618" v="985" actId="14100"/>
          <ac:picMkLst>
            <pc:docMk/>
            <pc:sldMk cId="2537443040" sldId="1261"/>
            <ac:picMk id="5" creationId="{EE3D761F-6F63-191B-9AF4-7F00E7F77310}"/>
          </ac:picMkLst>
        </pc:picChg>
      </pc:sldChg>
      <pc:sldChg chg="addSp delSp modSp new mod">
        <pc:chgData name="Waqar Mehmood" userId="3292cbd2-f35e-49d9-bb56-09c1031ccaa8" providerId="ADAL" clId="{2AEA685B-1534-46A1-B5A5-10E618C6580C}" dt="2025-10-07T09:10:43.122" v="1059" actId="478"/>
        <pc:sldMkLst>
          <pc:docMk/>
          <pc:sldMk cId="4130707918" sldId="1262"/>
        </pc:sldMkLst>
        <pc:spChg chg="mod">
          <ac:chgData name="Waqar Mehmood" userId="3292cbd2-f35e-49d9-bb56-09c1031ccaa8" providerId="ADAL" clId="{2AEA685B-1534-46A1-B5A5-10E618C6580C}" dt="2025-10-07T09:08:51.263" v="1039" actId="20577"/>
          <ac:spMkLst>
            <pc:docMk/>
            <pc:sldMk cId="4130707918" sldId="1262"/>
            <ac:spMk id="2" creationId="{1D8AFDA8-6223-9ACC-CA69-8C7DC29292CC}"/>
          </ac:spMkLst>
        </pc:spChg>
        <pc:spChg chg="mod">
          <ac:chgData name="Waqar Mehmood" userId="3292cbd2-f35e-49d9-bb56-09c1031ccaa8" providerId="ADAL" clId="{2AEA685B-1534-46A1-B5A5-10E618C6580C}" dt="2025-10-07T09:10:40.770" v="1058" actId="20577"/>
          <ac:spMkLst>
            <pc:docMk/>
            <pc:sldMk cId="4130707918" sldId="1262"/>
            <ac:spMk id="3" creationId="{E3CA3FFF-CAB6-AECF-E938-85CDAABB29BE}"/>
          </ac:spMkLst>
        </pc:spChg>
        <pc:picChg chg="add del mod">
          <ac:chgData name="Waqar Mehmood" userId="3292cbd2-f35e-49d9-bb56-09c1031ccaa8" providerId="ADAL" clId="{2AEA685B-1534-46A1-B5A5-10E618C6580C}" dt="2025-10-07T09:10:43.122" v="1059" actId="478"/>
          <ac:picMkLst>
            <pc:docMk/>
            <pc:sldMk cId="4130707918" sldId="1262"/>
            <ac:picMk id="5" creationId="{50EF1ECA-02A5-1211-48B3-273FA7E6F142}"/>
          </ac:picMkLst>
        </pc:picChg>
      </pc:sldChg>
      <pc:sldChg chg="modSp new mod">
        <pc:chgData name="Waqar Mehmood" userId="3292cbd2-f35e-49d9-bb56-09c1031ccaa8" providerId="ADAL" clId="{2AEA685B-1534-46A1-B5A5-10E618C6580C}" dt="2025-10-07T09:06:10.323" v="1031" actId="27636"/>
        <pc:sldMkLst>
          <pc:docMk/>
          <pc:sldMk cId="3538594201" sldId="1263"/>
        </pc:sldMkLst>
        <pc:spChg chg="mod">
          <ac:chgData name="Waqar Mehmood" userId="3292cbd2-f35e-49d9-bb56-09c1031ccaa8" providerId="ADAL" clId="{2AEA685B-1534-46A1-B5A5-10E618C6580C}" dt="2025-10-07T09:04:33.742" v="996"/>
          <ac:spMkLst>
            <pc:docMk/>
            <pc:sldMk cId="3538594201" sldId="1263"/>
            <ac:spMk id="2" creationId="{91ED8E5E-EE44-B3A2-9D32-BB2E05BC9480}"/>
          </ac:spMkLst>
        </pc:spChg>
        <pc:spChg chg="mod">
          <ac:chgData name="Waqar Mehmood" userId="3292cbd2-f35e-49d9-bb56-09c1031ccaa8" providerId="ADAL" clId="{2AEA685B-1534-46A1-B5A5-10E618C6580C}" dt="2025-10-07T09:06:10.323" v="1031" actId="27636"/>
          <ac:spMkLst>
            <pc:docMk/>
            <pc:sldMk cId="3538594201" sldId="1263"/>
            <ac:spMk id="3" creationId="{79D8EAF2-D2FA-81A7-DDD4-E04E21A2C4CF}"/>
          </ac:spMkLst>
        </pc:spChg>
      </pc:sldChg>
      <pc:sldChg chg="modSp new mod">
        <pc:chgData name="Waqar Mehmood" userId="3292cbd2-f35e-49d9-bb56-09c1031ccaa8" providerId="ADAL" clId="{2AEA685B-1534-46A1-B5A5-10E618C6580C}" dt="2025-10-07T09:14:30.127" v="1119" actId="27636"/>
        <pc:sldMkLst>
          <pc:docMk/>
          <pc:sldMk cId="3348439682" sldId="1264"/>
        </pc:sldMkLst>
        <pc:spChg chg="mod">
          <ac:chgData name="Waqar Mehmood" userId="3292cbd2-f35e-49d9-bb56-09c1031ccaa8" providerId="ADAL" clId="{2AEA685B-1534-46A1-B5A5-10E618C6580C}" dt="2025-10-07T09:12:38.015" v="1091" actId="20577"/>
          <ac:spMkLst>
            <pc:docMk/>
            <pc:sldMk cId="3348439682" sldId="1264"/>
            <ac:spMk id="2" creationId="{FFFD9FD2-B8C1-9E68-2C35-20941F0C3D26}"/>
          </ac:spMkLst>
        </pc:spChg>
        <pc:spChg chg="mod">
          <ac:chgData name="Waqar Mehmood" userId="3292cbd2-f35e-49d9-bb56-09c1031ccaa8" providerId="ADAL" clId="{2AEA685B-1534-46A1-B5A5-10E618C6580C}" dt="2025-10-07T09:14:30.127" v="1119" actId="27636"/>
          <ac:spMkLst>
            <pc:docMk/>
            <pc:sldMk cId="3348439682" sldId="1264"/>
            <ac:spMk id="3" creationId="{134EB7D7-F6B3-F8C8-8530-844B27785672}"/>
          </ac:spMkLst>
        </pc:spChg>
      </pc:sldChg>
      <pc:sldChg chg="modSp new mod">
        <pc:chgData name="Waqar Mehmood" userId="3292cbd2-f35e-49d9-bb56-09c1031ccaa8" providerId="ADAL" clId="{2AEA685B-1534-46A1-B5A5-10E618C6580C}" dt="2025-10-07T09:13:49.847" v="1109" actId="179"/>
        <pc:sldMkLst>
          <pc:docMk/>
          <pc:sldMk cId="2781069740" sldId="1265"/>
        </pc:sldMkLst>
        <pc:spChg chg="mod">
          <ac:chgData name="Waqar Mehmood" userId="3292cbd2-f35e-49d9-bb56-09c1031ccaa8" providerId="ADAL" clId="{2AEA685B-1534-46A1-B5A5-10E618C6580C}" dt="2025-10-07T09:12:45.586" v="1093"/>
          <ac:spMkLst>
            <pc:docMk/>
            <pc:sldMk cId="2781069740" sldId="1265"/>
            <ac:spMk id="2" creationId="{F4337ACD-5F87-BB81-A37B-BCCE30D5D94E}"/>
          </ac:spMkLst>
        </pc:spChg>
        <pc:spChg chg="mod">
          <ac:chgData name="Waqar Mehmood" userId="3292cbd2-f35e-49d9-bb56-09c1031ccaa8" providerId="ADAL" clId="{2AEA685B-1534-46A1-B5A5-10E618C6580C}" dt="2025-10-07T09:13:49.847" v="1109" actId="179"/>
          <ac:spMkLst>
            <pc:docMk/>
            <pc:sldMk cId="2781069740" sldId="1265"/>
            <ac:spMk id="3" creationId="{6947D7C9-BB8A-004B-B12B-81F040B3C115}"/>
          </ac:spMkLst>
        </pc:spChg>
      </pc:sldChg>
      <pc:sldChg chg="modSp new mod">
        <pc:chgData name="Waqar Mehmood" userId="3292cbd2-f35e-49d9-bb56-09c1031ccaa8" providerId="ADAL" clId="{2AEA685B-1534-46A1-B5A5-10E618C6580C}" dt="2025-10-07T09:15:29.484" v="1138" actId="27636"/>
        <pc:sldMkLst>
          <pc:docMk/>
          <pc:sldMk cId="2508206866" sldId="1266"/>
        </pc:sldMkLst>
        <pc:spChg chg="mod">
          <ac:chgData name="Waqar Mehmood" userId="3292cbd2-f35e-49d9-bb56-09c1031ccaa8" providerId="ADAL" clId="{2AEA685B-1534-46A1-B5A5-10E618C6580C}" dt="2025-10-07T09:14:48.828" v="1122"/>
          <ac:spMkLst>
            <pc:docMk/>
            <pc:sldMk cId="2508206866" sldId="1266"/>
            <ac:spMk id="2" creationId="{0AC31B03-B37E-EBCE-4B0B-B1AA2F495FD6}"/>
          </ac:spMkLst>
        </pc:spChg>
        <pc:spChg chg="mod">
          <ac:chgData name="Waqar Mehmood" userId="3292cbd2-f35e-49d9-bb56-09c1031ccaa8" providerId="ADAL" clId="{2AEA685B-1534-46A1-B5A5-10E618C6580C}" dt="2025-10-07T09:15:29.484" v="1138" actId="27636"/>
          <ac:spMkLst>
            <pc:docMk/>
            <pc:sldMk cId="2508206866" sldId="1266"/>
            <ac:spMk id="3" creationId="{989F4D49-47F0-9217-26D2-A3621B3EDE75}"/>
          </ac:spMkLst>
        </pc:spChg>
      </pc:sldChg>
      <pc:sldChg chg="add del">
        <pc:chgData name="Waqar Mehmood" userId="3292cbd2-f35e-49d9-bb56-09c1031ccaa8" providerId="ADAL" clId="{2AEA685B-1534-46A1-B5A5-10E618C6580C}" dt="2025-10-07T09:31:22.658" v="1143" actId="47"/>
        <pc:sldMkLst>
          <pc:docMk/>
          <pc:sldMk cId="3920871060" sldId="1267"/>
        </pc:sldMkLst>
      </pc:sldChg>
      <pc:sldChg chg="delSp add del setBg delDesignElem">
        <pc:chgData name="Waqar Mehmood" userId="3292cbd2-f35e-49d9-bb56-09c1031ccaa8" providerId="ADAL" clId="{2AEA685B-1534-46A1-B5A5-10E618C6580C}" dt="2025-10-07T09:29:59.114" v="1141" actId="47"/>
        <pc:sldMkLst>
          <pc:docMk/>
          <pc:sldMk cId="3480634143" sldId="1268"/>
        </pc:sldMkLst>
        <pc:spChg chg="del">
          <ac:chgData name="Waqar Mehmood" userId="3292cbd2-f35e-49d9-bb56-09c1031ccaa8" providerId="ADAL" clId="{2AEA685B-1534-46A1-B5A5-10E618C6580C}" dt="2025-10-07T09:29:42.574" v="1140"/>
          <ac:spMkLst>
            <pc:docMk/>
            <pc:sldMk cId="3480634143" sldId="1268"/>
            <ac:spMk id="23" creationId="{C2579DAE-C141-48DB-810E-C070C300819E}"/>
          </ac:spMkLst>
        </pc:spChg>
        <pc:spChg chg="del">
          <ac:chgData name="Waqar Mehmood" userId="3292cbd2-f35e-49d9-bb56-09c1031ccaa8" providerId="ADAL" clId="{2AEA685B-1534-46A1-B5A5-10E618C6580C}" dt="2025-10-07T09:29:42.574" v="1140"/>
          <ac:spMkLst>
            <pc:docMk/>
            <pc:sldMk cId="3480634143" sldId="1268"/>
            <ac:spMk id="24" creationId="{02FD90C3-6350-4D5B-9738-6E94EDF30F74}"/>
          </ac:spMkLst>
        </pc:spChg>
        <pc:spChg chg="del">
          <ac:chgData name="Waqar Mehmood" userId="3292cbd2-f35e-49d9-bb56-09c1031ccaa8" providerId="ADAL" clId="{2AEA685B-1534-46A1-B5A5-10E618C6580C}" dt="2025-10-07T09:29:42.574" v="1140"/>
          <ac:spMkLst>
            <pc:docMk/>
            <pc:sldMk cId="3480634143" sldId="1268"/>
            <ac:spMk id="25" creationId="{BCD2D517-BC35-4439-AC31-06DF764F25FC}"/>
          </ac:spMkLst>
        </pc:spChg>
        <pc:spChg chg="del">
          <ac:chgData name="Waqar Mehmood" userId="3292cbd2-f35e-49d9-bb56-09c1031ccaa8" providerId="ADAL" clId="{2AEA685B-1534-46A1-B5A5-10E618C6580C}" dt="2025-10-07T09:29:42.574" v="1140"/>
          <ac:spMkLst>
            <pc:docMk/>
            <pc:sldMk cId="3480634143" sldId="1268"/>
            <ac:spMk id="26" creationId="{2DD3F846-0483-40F5-A881-0C1AD2A0CAD7}"/>
          </ac:spMkLst>
        </pc:spChg>
      </pc:sldChg>
      <pc:sldChg chg="add">
        <pc:chgData name="Waqar Mehmood" userId="3292cbd2-f35e-49d9-bb56-09c1031ccaa8" providerId="ADAL" clId="{2AEA685B-1534-46A1-B5A5-10E618C6580C}" dt="2025-10-07T09:29:42.574" v="1140"/>
        <pc:sldMkLst>
          <pc:docMk/>
          <pc:sldMk cId="3637027900" sldId="1269"/>
        </pc:sldMkLst>
      </pc:sldChg>
      <pc:sldChg chg="add del">
        <pc:chgData name="Waqar Mehmood" userId="3292cbd2-f35e-49d9-bb56-09c1031ccaa8" providerId="ADAL" clId="{2AEA685B-1534-46A1-B5A5-10E618C6580C}" dt="2025-10-07T09:31:11.689" v="1142" actId="47"/>
        <pc:sldMkLst>
          <pc:docMk/>
          <pc:sldMk cId="3636528399" sldId="1270"/>
        </pc:sldMkLst>
      </pc:sldChg>
      <pc:sldChg chg="add">
        <pc:chgData name="Waqar Mehmood" userId="3292cbd2-f35e-49d9-bb56-09c1031ccaa8" providerId="ADAL" clId="{2AEA685B-1534-46A1-B5A5-10E618C6580C}" dt="2025-10-07T09:29:42.574" v="1140"/>
        <pc:sldMkLst>
          <pc:docMk/>
          <pc:sldMk cId="421777268" sldId="1271"/>
        </pc:sldMkLst>
      </pc:sldChg>
      <pc:sldChg chg="add">
        <pc:chgData name="Waqar Mehmood" userId="3292cbd2-f35e-49d9-bb56-09c1031ccaa8" providerId="ADAL" clId="{2AEA685B-1534-46A1-B5A5-10E618C6580C}" dt="2025-10-07T09:29:42.574" v="1140"/>
        <pc:sldMkLst>
          <pc:docMk/>
          <pc:sldMk cId="3758969472" sldId="1272"/>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482" name="Rectangle 2"/>
          <p:cNvSpPr>
            <a:spLocks noGrp="1" noChangeArrowheads="1"/>
          </p:cNvSpPr>
          <p:nvPr>
            <p:ph type="hdr" sz="quarter"/>
          </p:nvPr>
        </p:nvSpPr>
        <p:spPr bwMode="auto">
          <a:xfrm>
            <a:off x="0" y="0"/>
            <a:ext cx="2971800" cy="46196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Arial" charset="0"/>
              </a:defRPr>
            </a:lvl1pPr>
          </a:lstStyle>
          <a:p>
            <a:pPr>
              <a:defRPr/>
            </a:pPr>
            <a:endParaRPr lang="en-US"/>
          </a:p>
        </p:txBody>
      </p:sp>
      <p:sp>
        <p:nvSpPr>
          <p:cNvPr id="20483" name="Rectangle 3"/>
          <p:cNvSpPr>
            <a:spLocks noGrp="1" noChangeArrowheads="1"/>
          </p:cNvSpPr>
          <p:nvPr>
            <p:ph type="dt" sz="quarter" idx="1"/>
          </p:nvPr>
        </p:nvSpPr>
        <p:spPr bwMode="auto">
          <a:xfrm>
            <a:off x="3884613" y="0"/>
            <a:ext cx="2971800" cy="46196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charset="0"/>
              </a:defRPr>
            </a:lvl1pPr>
          </a:lstStyle>
          <a:p>
            <a:pPr>
              <a:defRPr/>
            </a:pPr>
            <a:endParaRPr lang="en-US"/>
          </a:p>
        </p:txBody>
      </p:sp>
      <p:sp>
        <p:nvSpPr>
          <p:cNvPr id="20484" name="Rectangle 4"/>
          <p:cNvSpPr>
            <a:spLocks noGrp="1" noChangeArrowheads="1"/>
          </p:cNvSpPr>
          <p:nvPr>
            <p:ph type="ftr" sz="quarter" idx="2"/>
          </p:nvPr>
        </p:nvSpPr>
        <p:spPr bwMode="auto">
          <a:xfrm>
            <a:off x="0" y="8772525"/>
            <a:ext cx="2971800" cy="461963"/>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Arial" charset="0"/>
              </a:defRPr>
            </a:lvl1pPr>
          </a:lstStyle>
          <a:p>
            <a:pPr>
              <a:defRPr/>
            </a:pPr>
            <a:endParaRPr lang="en-US"/>
          </a:p>
        </p:txBody>
      </p:sp>
      <p:sp>
        <p:nvSpPr>
          <p:cNvPr id="20485" name="Rectangle 5"/>
          <p:cNvSpPr>
            <a:spLocks noGrp="1" noChangeArrowheads="1"/>
          </p:cNvSpPr>
          <p:nvPr>
            <p:ph type="sldNum" sz="quarter" idx="3"/>
          </p:nvPr>
        </p:nvSpPr>
        <p:spPr bwMode="auto">
          <a:xfrm>
            <a:off x="3884613" y="8772525"/>
            <a:ext cx="2971800" cy="461963"/>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atin typeface="Arial" charset="0"/>
              </a:defRPr>
            </a:lvl1pPr>
          </a:lstStyle>
          <a:p>
            <a:pPr>
              <a:defRPr/>
            </a:pPr>
            <a:fld id="{96C894EF-9488-4D35-9130-7694BCBA2747}" type="slidenum">
              <a:rPr lang="en-US"/>
              <a:pPr>
                <a:defRPr/>
              </a:pPr>
              <a:t>‹#›</a:t>
            </a:fld>
            <a:endParaRPr lang="en-US"/>
          </a:p>
        </p:txBody>
      </p:sp>
    </p:spTree>
    <p:extLst>
      <p:ext uri="{BB962C8B-B14F-4D97-AF65-F5344CB8AC3E}">
        <p14:creationId xmlns:p14="http://schemas.microsoft.com/office/powerpoint/2010/main" val="34391118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61963"/>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61963"/>
          </a:xfrm>
          <a:prstGeom prst="rect">
            <a:avLst/>
          </a:prstGeom>
        </p:spPr>
        <p:txBody>
          <a:bodyPr vert="horz" lIns="91440" tIns="45720" rIns="91440" bIns="45720" rtlCol="0"/>
          <a:lstStyle>
            <a:lvl1pPr algn="r">
              <a:defRPr sz="1200"/>
            </a:lvl1pPr>
          </a:lstStyle>
          <a:p>
            <a:fld id="{08A0EE95-803B-4E53-91F8-3DF3B93A4908}" type="datetimeFigureOut">
              <a:rPr lang="en-US" smtClean="0"/>
              <a:pPr/>
              <a:t>10/7/2025</a:t>
            </a:fld>
            <a:endParaRPr lang="en-US"/>
          </a:p>
        </p:txBody>
      </p:sp>
      <p:sp>
        <p:nvSpPr>
          <p:cNvPr id="4" name="Slide Image Placeholder 3"/>
          <p:cNvSpPr>
            <a:spLocks noGrp="1" noRot="1" noChangeAspect="1"/>
          </p:cNvSpPr>
          <p:nvPr>
            <p:ph type="sldImg" idx="2"/>
          </p:nvPr>
        </p:nvSpPr>
        <p:spPr>
          <a:xfrm>
            <a:off x="1120775" y="692150"/>
            <a:ext cx="4616450" cy="346392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87850"/>
            <a:ext cx="5486400" cy="415607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772525"/>
            <a:ext cx="2971800" cy="461963"/>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772525"/>
            <a:ext cx="2971800" cy="461963"/>
          </a:xfrm>
          <a:prstGeom prst="rect">
            <a:avLst/>
          </a:prstGeom>
        </p:spPr>
        <p:txBody>
          <a:bodyPr vert="horz" lIns="91440" tIns="45720" rIns="91440" bIns="45720" rtlCol="0" anchor="b"/>
          <a:lstStyle>
            <a:lvl1pPr algn="r">
              <a:defRPr sz="1200"/>
            </a:lvl1pPr>
          </a:lstStyle>
          <a:p>
            <a:fld id="{A2E3B187-4D39-495F-84CF-B8945F78798F}" type="slidenum">
              <a:rPr lang="en-US" smtClean="0"/>
              <a:pPr/>
              <a:t>‹#›</a:t>
            </a:fld>
            <a:endParaRPr lang="en-US"/>
          </a:p>
        </p:txBody>
      </p:sp>
    </p:spTree>
    <p:extLst>
      <p:ext uri="{BB962C8B-B14F-4D97-AF65-F5344CB8AC3E}">
        <p14:creationId xmlns:p14="http://schemas.microsoft.com/office/powerpoint/2010/main" val="37657675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822960" y="758952"/>
            <a:ext cx="75438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825038" y="4455621"/>
            <a:ext cx="75438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DD771CAE-5CAC-4F60-8345-C4F51066B6B8}" type="slidenum">
              <a:rPr lang="en-US" smtClean="0"/>
              <a:pPr>
                <a:defRPr/>
              </a:pPr>
              <a:t>‹#›</a:t>
            </a:fld>
            <a:endParaRPr lang="en-US"/>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33140850"/>
      </p:ext>
    </p:extLst>
  </p:cSld>
  <p:clrMapOvr>
    <a:masterClrMapping/>
  </p:clrMapOvr>
  <p:transition>
    <p:wipe dir="d"/>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b="1">
                <a:solidFill>
                  <a:srgbClr val="C00000"/>
                </a:solidFill>
              </a:defRPr>
            </a:lvl1pPr>
          </a:lstStyle>
          <a:p>
            <a:r>
              <a:rPr lang="en-US"/>
              <a:t>Click to edit Master title style</a:t>
            </a:r>
            <a:endParaRPr lang="en-US" dirty="0"/>
          </a:p>
        </p:txBody>
      </p:sp>
      <p:sp>
        <p:nvSpPr>
          <p:cNvPr id="3" name="Content Placeholder 2"/>
          <p:cNvSpPr>
            <a:spLocks noGrp="1"/>
          </p:cNvSpPr>
          <p:nvPr>
            <p:ph idx="1"/>
          </p:nvPr>
        </p:nvSpPr>
        <p:spPr/>
        <p:txBody>
          <a:bodyPr>
            <a:normAutofit/>
          </a:bodyPr>
          <a:lstStyle>
            <a:lvl1pPr marL="230188" indent="-230188">
              <a:buSzPct val="100000"/>
              <a:buFont typeface="Wingdings" panose="05000000000000000000" pitchFamily="2" charset="2"/>
              <a:buChar char="§"/>
              <a:defRPr sz="2800">
                <a:solidFill>
                  <a:schemeClr val="tx1"/>
                </a:solidFill>
              </a:defRPr>
            </a:lvl1pPr>
            <a:lvl2pPr marL="384048" indent="-182880">
              <a:buSzPct val="100000"/>
              <a:buFont typeface="Wingdings" panose="05000000000000000000" pitchFamily="2" charset="2"/>
              <a:buChar char="§"/>
              <a:defRPr sz="2400"/>
            </a:lvl2pPr>
            <a:lvl3pPr marL="566928" indent="-182880">
              <a:buSzPct val="100000"/>
              <a:buFont typeface="Wingdings" panose="05000000000000000000" pitchFamily="2" charset="2"/>
              <a:buChar char="§"/>
              <a:defRPr sz="1600"/>
            </a:lvl3pPr>
            <a:lvl4pPr marL="749808" indent="-182880">
              <a:buSzPct val="100000"/>
              <a:buFont typeface="Wingdings" panose="05000000000000000000" pitchFamily="2" charset="2"/>
              <a:buChar char="§"/>
              <a:defRPr sz="1600"/>
            </a:lvl4pPr>
            <a:lvl5pPr marL="932688" indent="-182880">
              <a:buSzPct val="100000"/>
              <a:buFont typeface="Wingdings" panose="05000000000000000000" pitchFamily="2" charset="2"/>
              <a:buChar cha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B3510356-B4B6-4354-87E2-234B7B5DACA9}" type="slidenum">
              <a:rPr lang="en-US" smtClean="0"/>
              <a:pPr>
                <a:defRPr/>
              </a:pPr>
              <a:t>‹#›</a:t>
            </a:fld>
            <a:endParaRPr lang="en-US"/>
          </a:p>
        </p:txBody>
      </p:sp>
    </p:spTree>
    <p:extLst>
      <p:ext uri="{BB962C8B-B14F-4D97-AF65-F5344CB8AC3E}">
        <p14:creationId xmlns:p14="http://schemas.microsoft.com/office/powerpoint/2010/main" val="1370667178"/>
      </p:ext>
    </p:extLst>
  </p:cSld>
  <p:clrMapOvr>
    <a:masterClrMapping/>
  </p:clrMapOvr>
  <p:transition>
    <p:wipe dir="d"/>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758952"/>
            <a:ext cx="75438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822960" y="4453128"/>
            <a:ext cx="75438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E7D04577-3CD8-47B5-A651-1AFD67A89B11}" type="slidenum">
              <a:rPr lang="en-US" smtClean="0"/>
              <a:pPr>
                <a:defRPr/>
              </a:pPr>
              <a:t>‹#›</a:t>
            </a:fld>
            <a:endParaRPr lang="en-US"/>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84801119"/>
      </p:ext>
    </p:extLst>
  </p:cSld>
  <p:clrMapOvr>
    <a:masterClrMapping/>
  </p:clrMapOvr>
  <p:transition>
    <p:wipe dir="d"/>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822960" y="286604"/>
            <a:ext cx="75438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822960" y="1845734"/>
            <a:ext cx="370332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63440" y="1845736"/>
            <a:ext cx="3703320" cy="40233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7DE3B67B-729C-47AE-91A4-88361042CB4D}" type="slidenum">
              <a:rPr lang="en-US" smtClean="0"/>
              <a:pPr>
                <a:defRPr/>
              </a:pPr>
              <a:t>‹#›</a:t>
            </a:fld>
            <a:endParaRPr lang="en-US"/>
          </a:p>
        </p:txBody>
      </p:sp>
    </p:spTree>
    <p:extLst>
      <p:ext uri="{BB962C8B-B14F-4D97-AF65-F5344CB8AC3E}">
        <p14:creationId xmlns:p14="http://schemas.microsoft.com/office/powerpoint/2010/main" val="1808565336"/>
      </p:ext>
    </p:extLst>
  </p:cSld>
  <p:clrMapOvr>
    <a:masterClrMapping/>
  </p:clrMapOvr>
  <p:transition>
    <p:wipe dir="d"/>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822960" y="286604"/>
            <a:ext cx="75438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82296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22960" y="2582334"/>
            <a:ext cx="370332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6344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63440" y="2582334"/>
            <a:ext cx="370332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pPr>
              <a:defRPr/>
            </a:pPr>
            <a:endParaRPr lang="en-US"/>
          </a:p>
        </p:txBody>
      </p:sp>
      <p:sp>
        <p:nvSpPr>
          <p:cNvPr id="8" name="Footer Placeholder 7"/>
          <p:cNvSpPr>
            <a:spLocks noGrp="1"/>
          </p:cNvSpPr>
          <p:nvPr>
            <p:ph type="ftr" sz="quarter" idx="11"/>
          </p:nvPr>
        </p:nvSpPr>
        <p:spPr/>
        <p:txBody>
          <a:bodyPr/>
          <a:lstStyle/>
          <a:p>
            <a:pPr>
              <a:defRPr/>
            </a:pPr>
            <a:endParaRPr lang="en-US"/>
          </a:p>
        </p:txBody>
      </p:sp>
      <p:sp>
        <p:nvSpPr>
          <p:cNvPr id="9" name="Slide Number Placeholder 8"/>
          <p:cNvSpPr>
            <a:spLocks noGrp="1"/>
          </p:cNvSpPr>
          <p:nvPr>
            <p:ph type="sldNum" sz="quarter" idx="12"/>
          </p:nvPr>
        </p:nvSpPr>
        <p:spPr/>
        <p:txBody>
          <a:bodyPr/>
          <a:lstStyle/>
          <a:p>
            <a:pPr>
              <a:defRPr/>
            </a:pPr>
            <a:fld id="{F51CC1A7-764A-407B-B50D-C7029F388C16}" type="slidenum">
              <a:rPr lang="en-US" smtClean="0"/>
              <a:pPr>
                <a:defRPr/>
              </a:pPr>
              <a:t>‹#›</a:t>
            </a:fld>
            <a:endParaRPr lang="en-US"/>
          </a:p>
        </p:txBody>
      </p:sp>
    </p:spTree>
    <p:extLst>
      <p:ext uri="{BB962C8B-B14F-4D97-AF65-F5344CB8AC3E}">
        <p14:creationId xmlns:p14="http://schemas.microsoft.com/office/powerpoint/2010/main" val="2185325995"/>
      </p:ext>
    </p:extLst>
  </p:cSld>
  <p:clrMapOvr>
    <a:masterClrMapping/>
  </p:clrMapOvr>
  <p:transition>
    <p:wipe dir="d"/>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pPr>
              <a:defRPr/>
            </a:pPr>
            <a:endParaRPr lang="en-US"/>
          </a:p>
        </p:txBody>
      </p:sp>
      <p:sp>
        <p:nvSpPr>
          <p:cNvPr id="4" name="Footer Placeholder 3"/>
          <p:cNvSpPr>
            <a:spLocks noGrp="1"/>
          </p:cNvSpPr>
          <p:nvPr>
            <p:ph type="ftr" sz="quarter" idx="11"/>
          </p:nvPr>
        </p:nvSpPr>
        <p:spPr/>
        <p:txBody>
          <a:bodyPr/>
          <a:lstStyle/>
          <a:p>
            <a:pPr>
              <a:defRPr/>
            </a:pPr>
            <a:endParaRPr lang="en-US"/>
          </a:p>
        </p:txBody>
      </p:sp>
      <p:sp>
        <p:nvSpPr>
          <p:cNvPr id="5" name="Slide Number Placeholder 4"/>
          <p:cNvSpPr>
            <a:spLocks noGrp="1"/>
          </p:cNvSpPr>
          <p:nvPr>
            <p:ph type="sldNum" sz="quarter" idx="12"/>
          </p:nvPr>
        </p:nvSpPr>
        <p:spPr/>
        <p:txBody>
          <a:bodyPr/>
          <a:lstStyle/>
          <a:p>
            <a:pPr>
              <a:defRPr/>
            </a:pPr>
            <a:fld id="{5F35C997-5889-4FDB-86B4-6061B6772DF7}" type="slidenum">
              <a:rPr lang="en-US" smtClean="0"/>
              <a:pPr>
                <a:defRPr/>
              </a:pPr>
              <a:t>‹#›</a:t>
            </a:fld>
            <a:endParaRPr lang="en-US"/>
          </a:p>
        </p:txBody>
      </p:sp>
    </p:spTree>
    <p:extLst>
      <p:ext uri="{BB962C8B-B14F-4D97-AF65-F5344CB8AC3E}">
        <p14:creationId xmlns:p14="http://schemas.microsoft.com/office/powerpoint/2010/main" val="484610228"/>
      </p:ext>
    </p:extLst>
  </p:cSld>
  <p:clrMapOvr>
    <a:masterClrMapping/>
  </p:clrMapOvr>
  <p:transition>
    <p:wipe dir="d"/>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pPr>
              <a:defRPr/>
            </a:pPr>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pPr>
              <a:defRPr/>
            </a:pPr>
            <a:endParaRPr lang="en-US"/>
          </a:p>
        </p:txBody>
      </p:sp>
      <p:sp>
        <p:nvSpPr>
          <p:cNvPr id="9" name="Slide Number Placeholder 8"/>
          <p:cNvSpPr>
            <a:spLocks noGrp="1"/>
          </p:cNvSpPr>
          <p:nvPr>
            <p:ph type="sldNum" sz="quarter" idx="12"/>
          </p:nvPr>
        </p:nvSpPr>
        <p:spPr/>
        <p:txBody>
          <a:bodyPr/>
          <a:lstStyle/>
          <a:p>
            <a:pPr>
              <a:defRPr/>
            </a:pPr>
            <a:fld id="{F91A0100-AEC5-4000-95F3-336AD4580210}" type="slidenum">
              <a:rPr lang="en-US" smtClean="0"/>
              <a:pPr>
                <a:defRPr/>
              </a:pPr>
              <a:t>‹#›</a:t>
            </a:fld>
            <a:endParaRPr lang="en-US"/>
          </a:p>
        </p:txBody>
      </p:sp>
    </p:spTree>
    <p:extLst>
      <p:ext uri="{BB962C8B-B14F-4D97-AF65-F5344CB8AC3E}">
        <p14:creationId xmlns:p14="http://schemas.microsoft.com/office/powerpoint/2010/main" val="3005264444"/>
      </p:ext>
    </p:extLst>
  </p:cSld>
  <p:clrMapOvr>
    <a:masterClrMapping/>
  </p:clrMapOvr>
  <p:transition>
    <p:wipe dir="d"/>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3" y="0"/>
            <a:ext cx="3038093"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3030053" y="0"/>
            <a:ext cx="48006"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342900" y="594359"/>
            <a:ext cx="24003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460237" y="731520"/>
            <a:ext cx="5009393"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42900" y="2926080"/>
            <a:ext cx="24003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349134" y="6459786"/>
            <a:ext cx="1963883" cy="365125"/>
          </a:xfrm>
        </p:spPr>
        <p:txBody>
          <a:bodyPr/>
          <a:lstStyle>
            <a:lvl1pPr algn="l">
              <a:defRPr/>
            </a:lvl1pPr>
          </a:lstStyle>
          <a:p>
            <a:pPr>
              <a:defRPr/>
            </a:pPr>
            <a:endParaRPr lang="en-US"/>
          </a:p>
        </p:txBody>
      </p:sp>
      <p:sp>
        <p:nvSpPr>
          <p:cNvPr id="6" name="Footer Placeholder 5"/>
          <p:cNvSpPr>
            <a:spLocks noGrp="1"/>
          </p:cNvSpPr>
          <p:nvPr>
            <p:ph type="ftr" sz="quarter" idx="11"/>
          </p:nvPr>
        </p:nvSpPr>
        <p:spPr>
          <a:xfrm>
            <a:off x="3600450" y="6459786"/>
            <a:ext cx="3486150" cy="365125"/>
          </a:xfrm>
        </p:spPr>
        <p:txBody>
          <a:bodyPr/>
          <a:lstStyle>
            <a:lvl1pPr algn="l">
              <a:defRPr>
                <a:solidFill>
                  <a:schemeClr val="tx2"/>
                </a:solidFill>
              </a:defRPr>
            </a:lvl1pPr>
          </a:lstStyle>
          <a:p>
            <a:pPr>
              <a:defRPr/>
            </a:pPr>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pPr>
              <a:defRPr/>
            </a:pPr>
            <a:fld id="{E809B26D-639D-4AE6-BA73-61D00A5CE46E}" type="slidenum">
              <a:rPr lang="en-US" smtClean="0"/>
              <a:pPr>
                <a:defRPr/>
              </a:pPr>
              <a:t>‹#›</a:t>
            </a:fld>
            <a:endParaRPr lang="en-US"/>
          </a:p>
        </p:txBody>
      </p:sp>
    </p:spTree>
    <p:extLst>
      <p:ext uri="{BB962C8B-B14F-4D97-AF65-F5344CB8AC3E}">
        <p14:creationId xmlns:p14="http://schemas.microsoft.com/office/powerpoint/2010/main" val="3058080852"/>
      </p:ext>
    </p:extLst>
  </p:cSld>
  <p:clrMapOvr>
    <a:masterClrMapping/>
  </p:clrMapOvr>
  <p:transition>
    <p:wipe dir="d"/>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9141619"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2" y="491507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5074920"/>
            <a:ext cx="7589520" cy="822960"/>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2" y="0"/>
            <a:ext cx="9143989"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22959" y="5907024"/>
            <a:ext cx="7589520"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4B36EED5-B0BC-44CB-B5D4-AF347C4ECC9F}" type="slidenum">
              <a:rPr lang="en-US" smtClean="0"/>
              <a:pPr>
                <a:defRPr/>
              </a:pPr>
              <a:t>‹#›</a:t>
            </a:fld>
            <a:endParaRPr lang="en-US"/>
          </a:p>
        </p:txBody>
      </p:sp>
    </p:spTree>
    <p:extLst>
      <p:ext uri="{BB962C8B-B14F-4D97-AF65-F5344CB8AC3E}">
        <p14:creationId xmlns:p14="http://schemas.microsoft.com/office/powerpoint/2010/main" val="2077697020"/>
      </p:ext>
    </p:extLst>
  </p:cSld>
  <p:clrMapOvr>
    <a:masterClrMapping/>
  </p:clrMapOvr>
  <p:transition>
    <p:wipe dir="d"/>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640A28BC-69F5-4F9B-AEB6-B9E30EB47272}" type="slidenum">
              <a:rPr lang="en-US" smtClean="0"/>
              <a:pPr>
                <a:defRPr/>
              </a:pPr>
              <a:t>‹#›</a:t>
            </a:fld>
            <a:endParaRPr lang="en-US"/>
          </a:p>
        </p:txBody>
      </p:sp>
    </p:spTree>
    <p:extLst>
      <p:ext uri="{BB962C8B-B14F-4D97-AF65-F5344CB8AC3E}">
        <p14:creationId xmlns:p14="http://schemas.microsoft.com/office/powerpoint/2010/main" val="2042315906"/>
      </p:ext>
    </p:extLst>
  </p:cSld>
  <p:clrMapOvr>
    <a:masterClrMapping/>
  </p:clrMapOvr>
  <p:transition>
    <p:wipe dir="d"/>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6543675" y="414779"/>
            <a:ext cx="1971675"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414779"/>
            <a:ext cx="5800725" cy="5757420"/>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3BE928DC-2385-4E1F-B3EE-EFC00C030830}" type="slidenum">
              <a:rPr lang="en-US" smtClean="0"/>
              <a:pPr>
                <a:defRPr/>
              </a:pPr>
              <a:t>‹#›</a:t>
            </a:fld>
            <a:endParaRPr lang="en-US"/>
          </a:p>
        </p:txBody>
      </p:sp>
    </p:spTree>
    <p:extLst>
      <p:ext uri="{BB962C8B-B14F-4D97-AF65-F5344CB8AC3E}">
        <p14:creationId xmlns:p14="http://schemas.microsoft.com/office/powerpoint/2010/main" val="1084407829"/>
      </p:ext>
    </p:extLst>
  </p:cSld>
  <p:clrMapOvr>
    <a:masterClrMapping/>
  </p:clrMapOvr>
  <p:transition>
    <p:wipe dir="d"/>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0" y="6400800"/>
            <a:ext cx="9144001"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PK"/>
          </a:p>
        </p:txBody>
      </p:sp>
      <p:sp>
        <p:nvSpPr>
          <p:cNvPr id="9" name="Rectangle 8"/>
          <p:cNvSpPr/>
          <p:nvPr/>
        </p:nvSpPr>
        <p:spPr>
          <a:xfrm>
            <a:off x="0" y="6334315"/>
            <a:ext cx="9144001" cy="659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PK"/>
          </a:p>
        </p:txBody>
      </p:sp>
      <p:sp>
        <p:nvSpPr>
          <p:cNvPr id="2" name="Title Placeholder 1"/>
          <p:cNvSpPr>
            <a:spLocks noGrp="1"/>
          </p:cNvSpPr>
          <p:nvPr>
            <p:ph type="title"/>
          </p:nvPr>
        </p:nvSpPr>
        <p:spPr>
          <a:xfrm>
            <a:off x="822960" y="286604"/>
            <a:ext cx="75438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822959" y="1845734"/>
            <a:ext cx="7543801"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2961" y="6459786"/>
            <a:ext cx="1854203" cy="365125"/>
          </a:xfrm>
          <a:prstGeom prst="rect">
            <a:avLst/>
          </a:prstGeom>
        </p:spPr>
        <p:txBody>
          <a:bodyPr vert="horz" lIns="91440" tIns="45720" rIns="91440" bIns="45720" rtlCol="0" anchor="ctr"/>
          <a:lstStyle>
            <a:lvl1pPr algn="l">
              <a:defRPr sz="900">
                <a:solidFill>
                  <a:srgbClr val="FFFFFF"/>
                </a:solidFill>
              </a:defRPr>
            </a:lvl1pPr>
          </a:lstStyle>
          <a:p>
            <a:pPr>
              <a:defRPr/>
            </a:pPr>
            <a:endParaRPr lang="en-US"/>
          </a:p>
        </p:txBody>
      </p:sp>
      <p:sp>
        <p:nvSpPr>
          <p:cNvPr id="5" name="Footer Placeholder 4"/>
          <p:cNvSpPr>
            <a:spLocks noGrp="1"/>
          </p:cNvSpPr>
          <p:nvPr>
            <p:ph type="ftr" sz="quarter" idx="3"/>
          </p:nvPr>
        </p:nvSpPr>
        <p:spPr>
          <a:xfrm>
            <a:off x="2764639" y="6459786"/>
            <a:ext cx="3617103" cy="365125"/>
          </a:xfrm>
          <a:prstGeom prst="rect">
            <a:avLst/>
          </a:prstGeom>
        </p:spPr>
        <p:txBody>
          <a:bodyPr vert="horz" lIns="91440" tIns="45720" rIns="91440" bIns="45720" rtlCol="0" anchor="ctr"/>
          <a:lstStyle>
            <a:lvl1pPr algn="ctr">
              <a:defRPr sz="900" cap="all" baseline="0">
                <a:solidFill>
                  <a:srgbClr val="FFFFFF"/>
                </a:solidFill>
              </a:defRPr>
            </a:lvl1pPr>
          </a:lstStyle>
          <a:p>
            <a:pPr>
              <a:defRPr/>
            </a:pPr>
            <a:endParaRPr lang="en-US"/>
          </a:p>
        </p:txBody>
      </p:sp>
      <p:sp>
        <p:nvSpPr>
          <p:cNvPr id="6" name="Slide Number Placeholder 5"/>
          <p:cNvSpPr>
            <a:spLocks noGrp="1"/>
          </p:cNvSpPr>
          <p:nvPr>
            <p:ph type="sldNum" sz="quarter" idx="4"/>
          </p:nvPr>
        </p:nvSpPr>
        <p:spPr>
          <a:xfrm>
            <a:off x="7425344" y="6459786"/>
            <a:ext cx="984019" cy="365125"/>
          </a:xfrm>
          <a:prstGeom prst="rect">
            <a:avLst/>
          </a:prstGeom>
        </p:spPr>
        <p:txBody>
          <a:bodyPr vert="horz" lIns="91440" tIns="45720" rIns="91440" bIns="45720" rtlCol="0" anchor="ctr"/>
          <a:lstStyle>
            <a:lvl1pPr algn="r">
              <a:defRPr sz="1050">
                <a:solidFill>
                  <a:srgbClr val="FFFFFF"/>
                </a:solidFill>
              </a:defRPr>
            </a:lvl1pPr>
          </a:lstStyle>
          <a:p>
            <a:pPr>
              <a:defRPr/>
            </a:pPr>
            <a:fld id="{4B1500E4-0D11-4A7C-8488-D343FF857880}" type="slidenum">
              <a:rPr lang="en-US" smtClean="0"/>
              <a:pPr>
                <a:defRPr/>
              </a:pPr>
              <a:t>‹#›</a:t>
            </a:fld>
            <a:endParaRPr lang="en-US"/>
          </a:p>
        </p:txBody>
      </p:sp>
      <p:cxnSp>
        <p:nvCxnSpPr>
          <p:cNvPr id="10" name="Straight Connector 9"/>
          <p:cNvCxnSpPr/>
          <p:nvPr/>
        </p:nvCxnSpPr>
        <p:spPr>
          <a:xfrm>
            <a:off x="895149" y="1737845"/>
            <a:ext cx="74752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43872552"/>
      </p:ext>
    </p:extLst>
  </p:cSld>
  <p:clrMap bg1="lt1" tx1="dk1" bg2="lt2" tx2="dk2" accent1="accent1" accent2="accent2" accent3="accent3" accent4="accent4" accent5="accent5" accent6="accent6" hlink="hlink" folHlink="folHlink"/>
  <p:sldLayoutIdLst>
    <p:sldLayoutId id="2147483713" r:id="rId1"/>
    <p:sldLayoutId id="2147483714" r:id="rId2"/>
    <p:sldLayoutId id="2147483715" r:id="rId3"/>
    <p:sldLayoutId id="2147483716" r:id="rId4"/>
    <p:sldLayoutId id="2147483717" r:id="rId5"/>
    <p:sldLayoutId id="2147483718" r:id="rId6"/>
    <p:sldLayoutId id="2147483719" r:id="rId7"/>
    <p:sldLayoutId id="2147483720" r:id="rId8"/>
    <p:sldLayoutId id="2147483721" r:id="rId9"/>
    <p:sldLayoutId id="2147483722" r:id="rId10"/>
    <p:sldLayoutId id="2147483723" r:id="rId11"/>
  </p:sldLayoutIdLst>
  <p:transition>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7"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898" decel="100000" fill="hold"/>
                                        <p:tgtEl>
                                          <p:spTgt spid="2"/>
                                        </p:tgtEl>
                                        <p:attrNameLst>
                                          <p:attrName>ppt_y</p:attrName>
                                        </p:attrNameLst>
                                      </p:cBhvr>
                                      <p:tavLst>
                                        <p:tav tm="0">
                                          <p:val>
                                            <p:strVal val="#ppt_y+1"/>
                                          </p:val>
                                        </p:tav>
                                        <p:tav tm="100000">
                                          <p:val>
                                            <p:strVal val="#ppt_y-.03"/>
                                          </p:val>
                                        </p:tav>
                                      </p:tavLst>
                                    </p:anim>
                                    <p:anim calcmode="lin" valueType="num">
                                      <p:cBhvr>
                                        <p:cTn id="10" dur="100" accel="100000" fill="hold">
                                          <p:stCondLst>
                                            <p:cond delay="898"/>
                                          </p:stCondLst>
                                        </p:cTn>
                                        <p:tgtEl>
                                          <p:spTgt spid="2"/>
                                        </p:tgtEl>
                                        <p:attrNameLst>
                                          <p:attrName>ppt_y</p:attrName>
                                        </p:attrNameLst>
                                      </p:cBhvr>
                                      <p:tavLst>
                                        <p:tav tm="0">
                                          <p:val>
                                            <p:strVal val="#ppt_y-.03"/>
                                          </p:val>
                                        </p:tav>
                                        <p:tav tm="100000">
                                          <p:val>
                                            <p:strVal val="#ppt_y"/>
                                          </p:val>
                                        </p:tav>
                                      </p:tavLst>
                                    </p:anim>
                                  </p:childTnLst>
                                </p:cTn>
                              </p:par>
                            </p:childTnLst>
                          </p:cTn>
                        </p:par>
                      </p:childTnLst>
                    </p:cTn>
                  </p:par>
                  <p:par>
                    <p:cTn id="11" fill="hold">
                      <p:stCondLst>
                        <p:cond delay="indefinite"/>
                      </p:stCondLst>
                      <p:childTnLst>
                        <p:par>
                          <p:cTn id="12" fill="hold">
                            <p:stCondLst>
                              <p:cond delay="0"/>
                            </p:stCondLst>
                            <p:childTnLst>
                              <p:par>
                                <p:cTn id="13" presetID="37" presetClass="entr" presetSubtype="0" fill="hold" grpId="0" nodeType="clickEffect">
                                  <p:stCondLst>
                                    <p:cond delay="0"/>
                                  </p:stCondLst>
                                  <p:childTnLst>
                                    <p:set>
                                      <p:cBhvr>
                                        <p:cTn id="14" dur="1" fill="hold">
                                          <p:stCondLst>
                                            <p:cond delay="0"/>
                                          </p:stCondLst>
                                        </p:cTn>
                                        <p:tgtEl>
                                          <p:spTgt spid="3">
                                            <p:txEl>
                                              <p:pRg st="0" end="0"/>
                                            </p:txEl>
                                          </p:spTgt>
                                        </p:tgtEl>
                                        <p:attrNameLst>
                                          <p:attrName>style.visibility</p:attrName>
                                        </p:attrNameLst>
                                      </p:cBhvr>
                                      <p:to>
                                        <p:strVal val="visible"/>
                                      </p:to>
                                    </p:set>
                                    <p:animEffect transition="in" filter="fade">
                                      <p:cBhvr>
                                        <p:cTn id="15" dur="1000"/>
                                        <p:tgtEl>
                                          <p:spTgt spid="3">
                                            <p:txEl>
                                              <p:pRg st="0" end="0"/>
                                            </p:txEl>
                                          </p:spTgt>
                                        </p:tgtEl>
                                      </p:cBhvr>
                                    </p:animEffect>
                                    <p:anim calcmode="lin" valueType="num">
                                      <p:cBhvr>
                                        <p:cTn id="16"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7" dur="898" decel="100000" fill="hold"/>
                                        <p:tgtEl>
                                          <p:spTgt spid="3">
                                            <p:txEl>
                                              <p:pRg st="0" end="0"/>
                                            </p:txEl>
                                          </p:spTgt>
                                        </p:tgtEl>
                                        <p:attrNameLst>
                                          <p:attrName>ppt_y</p:attrName>
                                        </p:attrNameLst>
                                      </p:cBhvr>
                                      <p:tavLst>
                                        <p:tav tm="0">
                                          <p:val>
                                            <p:strVal val="#ppt_y+1"/>
                                          </p:val>
                                        </p:tav>
                                        <p:tav tm="100000">
                                          <p:val>
                                            <p:strVal val="#ppt_y-.03"/>
                                          </p:val>
                                        </p:tav>
                                      </p:tavLst>
                                    </p:anim>
                                    <p:anim calcmode="lin" valueType="num">
                                      <p:cBhvr>
                                        <p:cTn id="18" dur="100" accel="100000" fill="hold">
                                          <p:stCondLst>
                                            <p:cond delay="898"/>
                                          </p:stCondLst>
                                        </p:cTn>
                                        <p:tgtEl>
                                          <p:spTgt spid="3">
                                            <p:txEl>
                                              <p:pRg st="0" end="0"/>
                                            </p:txEl>
                                          </p:spTgt>
                                        </p:tgtEl>
                                        <p:attrNameLst>
                                          <p:attrName>ppt_y</p:attrName>
                                        </p:attrNameLst>
                                      </p:cBhvr>
                                      <p:tavLst>
                                        <p:tav tm="0">
                                          <p:val>
                                            <p:strVal val="#ppt_y-.03"/>
                                          </p:val>
                                        </p:tav>
                                        <p:tav tm="100000">
                                          <p:val>
                                            <p:strVal val="#ppt_y"/>
                                          </p:val>
                                        </p:tav>
                                      </p:tavLst>
                                    </p:anim>
                                  </p:childTnLst>
                                </p:cTn>
                              </p:par>
                              <p:par>
                                <p:cTn id="19" presetID="37" presetClass="entr" presetSubtype="0" fill="hold" grpId="0" nodeType="withEffect">
                                  <p:stCondLst>
                                    <p:cond delay="0"/>
                                  </p:stCondLst>
                                  <p:childTnLst>
                                    <p:set>
                                      <p:cBhvr>
                                        <p:cTn id="20" dur="1" fill="hold">
                                          <p:stCondLst>
                                            <p:cond delay="0"/>
                                          </p:stCondLst>
                                        </p:cTn>
                                        <p:tgtEl>
                                          <p:spTgt spid="3">
                                            <p:txEl>
                                              <p:pRg st="1" end="1"/>
                                            </p:txEl>
                                          </p:spTgt>
                                        </p:tgtEl>
                                        <p:attrNameLst>
                                          <p:attrName>style.visibility</p:attrName>
                                        </p:attrNameLst>
                                      </p:cBhvr>
                                      <p:to>
                                        <p:strVal val="visible"/>
                                      </p:to>
                                    </p:set>
                                    <p:animEffect transition="in" filter="fade">
                                      <p:cBhvr>
                                        <p:cTn id="21" dur="1000"/>
                                        <p:tgtEl>
                                          <p:spTgt spid="3">
                                            <p:txEl>
                                              <p:pRg st="1" end="1"/>
                                            </p:txEl>
                                          </p:spTgt>
                                        </p:tgtEl>
                                      </p:cBhvr>
                                    </p:animEffect>
                                    <p:anim calcmode="lin" valueType="num">
                                      <p:cBhvr>
                                        <p:cTn id="22"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3" dur="898" decel="100000" fill="hold"/>
                                        <p:tgtEl>
                                          <p:spTgt spid="3">
                                            <p:txEl>
                                              <p:pRg st="1" end="1"/>
                                            </p:txEl>
                                          </p:spTgt>
                                        </p:tgtEl>
                                        <p:attrNameLst>
                                          <p:attrName>ppt_y</p:attrName>
                                        </p:attrNameLst>
                                      </p:cBhvr>
                                      <p:tavLst>
                                        <p:tav tm="0">
                                          <p:val>
                                            <p:strVal val="#ppt_y+1"/>
                                          </p:val>
                                        </p:tav>
                                        <p:tav tm="100000">
                                          <p:val>
                                            <p:strVal val="#ppt_y-.03"/>
                                          </p:val>
                                        </p:tav>
                                      </p:tavLst>
                                    </p:anim>
                                    <p:anim calcmode="lin" valueType="num">
                                      <p:cBhvr>
                                        <p:cTn id="24" dur="100" accel="100000" fill="hold">
                                          <p:stCondLst>
                                            <p:cond delay="898"/>
                                          </p:stCondLst>
                                        </p:cTn>
                                        <p:tgtEl>
                                          <p:spTgt spid="3">
                                            <p:txEl>
                                              <p:pRg st="1" end="1"/>
                                            </p:txEl>
                                          </p:spTgt>
                                        </p:tgtEl>
                                        <p:attrNameLst>
                                          <p:attrName>ppt_y</p:attrName>
                                        </p:attrNameLst>
                                      </p:cBhvr>
                                      <p:tavLst>
                                        <p:tav tm="0">
                                          <p:val>
                                            <p:strVal val="#ppt_y-.03"/>
                                          </p:val>
                                        </p:tav>
                                        <p:tav tm="100000">
                                          <p:val>
                                            <p:strVal val="#ppt_y"/>
                                          </p:val>
                                        </p:tav>
                                      </p:tavLst>
                                    </p:anim>
                                  </p:childTnLst>
                                </p:cTn>
                              </p:par>
                              <p:par>
                                <p:cTn id="25" presetID="37" presetClass="entr" presetSubtype="0" fill="hold" grpId="0" nodeType="withEffect">
                                  <p:stCondLst>
                                    <p:cond delay="0"/>
                                  </p:stCondLst>
                                  <p:childTnLst>
                                    <p:set>
                                      <p:cBhvr>
                                        <p:cTn id="26" dur="1" fill="hold">
                                          <p:stCondLst>
                                            <p:cond delay="0"/>
                                          </p:stCondLst>
                                        </p:cTn>
                                        <p:tgtEl>
                                          <p:spTgt spid="3">
                                            <p:txEl>
                                              <p:pRg st="2" end="2"/>
                                            </p:txEl>
                                          </p:spTgt>
                                        </p:tgtEl>
                                        <p:attrNameLst>
                                          <p:attrName>style.visibility</p:attrName>
                                        </p:attrNameLst>
                                      </p:cBhvr>
                                      <p:to>
                                        <p:strVal val="visible"/>
                                      </p:to>
                                    </p:set>
                                    <p:animEffect transition="in" filter="fade">
                                      <p:cBhvr>
                                        <p:cTn id="27" dur="1000"/>
                                        <p:tgtEl>
                                          <p:spTgt spid="3">
                                            <p:txEl>
                                              <p:pRg st="2" end="2"/>
                                            </p:txEl>
                                          </p:spTgt>
                                        </p:tgtEl>
                                      </p:cBhvr>
                                    </p:animEffect>
                                    <p:anim calcmode="lin" valueType="num">
                                      <p:cBhvr>
                                        <p:cTn id="2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9" dur="898" decel="100000" fill="hold"/>
                                        <p:tgtEl>
                                          <p:spTgt spid="3">
                                            <p:txEl>
                                              <p:pRg st="2" end="2"/>
                                            </p:txEl>
                                          </p:spTgt>
                                        </p:tgtEl>
                                        <p:attrNameLst>
                                          <p:attrName>ppt_y</p:attrName>
                                        </p:attrNameLst>
                                      </p:cBhvr>
                                      <p:tavLst>
                                        <p:tav tm="0">
                                          <p:val>
                                            <p:strVal val="#ppt_y+1"/>
                                          </p:val>
                                        </p:tav>
                                        <p:tav tm="100000">
                                          <p:val>
                                            <p:strVal val="#ppt_y-.03"/>
                                          </p:val>
                                        </p:tav>
                                      </p:tavLst>
                                    </p:anim>
                                    <p:anim calcmode="lin" valueType="num">
                                      <p:cBhvr>
                                        <p:cTn id="30" dur="100" accel="100000" fill="hold">
                                          <p:stCondLst>
                                            <p:cond delay="898"/>
                                          </p:stCondLst>
                                        </p:cTn>
                                        <p:tgtEl>
                                          <p:spTgt spid="3">
                                            <p:txEl>
                                              <p:pRg st="2" end="2"/>
                                            </p:txEl>
                                          </p:spTgt>
                                        </p:tgtEl>
                                        <p:attrNameLst>
                                          <p:attrName>ppt_y</p:attrName>
                                        </p:attrNameLst>
                                      </p:cBhvr>
                                      <p:tavLst>
                                        <p:tav tm="0">
                                          <p:val>
                                            <p:strVal val="#ppt_y-.03"/>
                                          </p:val>
                                        </p:tav>
                                        <p:tav tm="100000">
                                          <p:val>
                                            <p:strVal val="#ppt_y"/>
                                          </p:val>
                                        </p:tav>
                                      </p:tavLst>
                                    </p:anim>
                                  </p:childTnLst>
                                </p:cTn>
                              </p:par>
                              <p:par>
                                <p:cTn id="31" presetID="37" presetClass="entr" presetSubtype="0" fill="hold" grpId="0" nodeType="withEffect">
                                  <p:stCondLst>
                                    <p:cond delay="0"/>
                                  </p:stCondLst>
                                  <p:childTnLst>
                                    <p:set>
                                      <p:cBhvr>
                                        <p:cTn id="32" dur="1" fill="hold">
                                          <p:stCondLst>
                                            <p:cond delay="0"/>
                                          </p:stCondLst>
                                        </p:cTn>
                                        <p:tgtEl>
                                          <p:spTgt spid="3">
                                            <p:txEl>
                                              <p:pRg st="3" end="3"/>
                                            </p:txEl>
                                          </p:spTgt>
                                        </p:tgtEl>
                                        <p:attrNameLst>
                                          <p:attrName>style.visibility</p:attrName>
                                        </p:attrNameLst>
                                      </p:cBhvr>
                                      <p:to>
                                        <p:strVal val="visible"/>
                                      </p:to>
                                    </p:set>
                                    <p:animEffect transition="in" filter="fade">
                                      <p:cBhvr>
                                        <p:cTn id="33" dur="1000"/>
                                        <p:tgtEl>
                                          <p:spTgt spid="3">
                                            <p:txEl>
                                              <p:pRg st="3" end="3"/>
                                            </p:txEl>
                                          </p:spTgt>
                                        </p:tgtEl>
                                      </p:cBhvr>
                                    </p:animEffect>
                                    <p:anim calcmode="lin" valueType="num">
                                      <p:cBhvr>
                                        <p:cTn id="34"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5" dur="898" decel="100000" fill="hold"/>
                                        <p:tgtEl>
                                          <p:spTgt spid="3">
                                            <p:txEl>
                                              <p:pRg st="3" end="3"/>
                                            </p:txEl>
                                          </p:spTgt>
                                        </p:tgtEl>
                                        <p:attrNameLst>
                                          <p:attrName>ppt_y</p:attrName>
                                        </p:attrNameLst>
                                      </p:cBhvr>
                                      <p:tavLst>
                                        <p:tav tm="0">
                                          <p:val>
                                            <p:strVal val="#ppt_y+1"/>
                                          </p:val>
                                        </p:tav>
                                        <p:tav tm="100000">
                                          <p:val>
                                            <p:strVal val="#ppt_y-.03"/>
                                          </p:val>
                                        </p:tav>
                                      </p:tavLst>
                                    </p:anim>
                                    <p:anim calcmode="lin" valueType="num">
                                      <p:cBhvr>
                                        <p:cTn id="36" dur="100" accel="100000" fill="hold">
                                          <p:stCondLst>
                                            <p:cond delay="898"/>
                                          </p:stCondLst>
                                        </p:cTn>
                                        <p:tgtEl>
                                          <p:spTgt spid="3">
                                            <p:txEl>
                                              <p:pRg st="3" end="3"/>
                                            </p:txEl>
                                          </p:spTgt>
                                        </p:tgtEl>
                                        <p:attrNameLst>
                                          <p:attrName>ppt_y</p:attrName>
                                        </p:attrNameLst>
                                      </p:cBhvr>
                                      <p:tavLst>
                                        <p:tav tm="0">
                                          <p:val>
                                            <p:strVal val="#ppt_y-.03"/>
                                          </p:val>
                                        </p:tav>
                                        <p:tav tm="100000">
                                          <p:val>
                                            <p:strVal val="#ppt_y"/>
                                          </p:val>
                                        </p:tav>
                                      </p:tavLst>
                                    </p:anim>
                                  </p:childTnLst>
                                </p:cTn>
                              </p:par>
                              <p:par>
                                <p:cTn id="37" presetID="37" presetClass="entr" presetSubtype="0" fill="hold" grpId="0" nodeType="withEffect">
                                  <p:stCondLst>
                                    <p:cond delay="0"/>
                                  </p:stCondLst>
                                  <p:childTnLst>
                                    <p:set>
                                      <p:cBhvr>
                                        <p:cTn id="38" dur="1" fill="hold">
                                          <p:stCondLst>
                                            <p:cond delay="0"/>
                                          </p:stCondLst>
                                        </p:cTn>
                                        <p:tgtEl>
                                          <p:spTgt spid="3">
                                            <p:txEl>
                                              <p:pRg st="4" end="4"/>
                                            </p:txEl>
                                          </p:spTgt>
                                        </p:tgtEl>
                                        <p:attrNameLst>
                                          <p:attrName>style.visibility</p:attrName>
                                        </p:attrNameLst>
                                      </p:cBhvr>
                                      <p:to>
                                        <p:strVal val="visible"/>
                                      </p:to>
                                    </p:set>
                                    <p:animEffect transition="in" filter="fade">
                                      <p:cBhvr>
                                        <p:cTn id="39" dur="1000"/>
                                        <p:tgtEl>
                                          <p:spTgt spid="3">
                                            <p:txEl>
                                              <p:pRg st="4" end="4"/>
                                            </p:txEl>
                                          </p:spTgt>
                                        </p:tgtEl>
                                      </p:cBhvr>
                                    </p:animEffect>
                                    <p:anim calcmode="lin" valueType="num">
                                      <p:cBhvr>
                                        <p:cTn id="40"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41" dur="898" decel="100000" fill="hold"/>
                                        <p:tgtEl>
                                          <p:spTgt spid="3">
                                            <p:txEl>
                                              <p:pRg st="4" end="4"/>
                                            </p:txEl>
                                          </p:spTgt>
                                        </p:tgtEl>
                                        <p:attrNameLst>
                                          <p:attrName>ppt_y</p:attrName>
                                        </p:attrNameLst>
                                      </p:cBhvr>
                                      <p:tavLst>
                                        <p:tav tm="0">
                                          <p:val>
                                            <p:strVal val="#ppt_y+1"/>
                                          </p:val>
                                        </p:tav>
                                        <p:tav tm="100000">
                                          <p:val>
                                            <p:strVal val="#ppt_y-.03"/>
                                          </p:val>
                                        </p:tav>
                                      </p:tavLst>
                                    </p:anim>
                                    <p:anim calcmode="lin" valueType="num">
                                      <p:cBhvr>
                                        <p:cTn id="42" dur="100" accel="100000" fill="hold">
                                          <p:stCondLst>
                                            <p:cond delay="898"/>
                                          </p:stCondLst>
                                        </p:cTn>
                                        <p:tgtEl>
                                          <p:spTgt spid="3">
                                            <p:txEl>
                                              <p:pRg st="4" end="4"/>
                                            </p:txEl>
                                          </p:spTgt>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6"/>
          <p:cNvSpPr>
            <a:spLocks noGrp="1" noChangeArrowheads="1"/>
          </p:cNvSpPr>
          <p:nvPr>
            <p:ph type="title"/>
          </p:nvPr>
        </p:nvSpPr>
        <p:spPr>
          <a:xfrm>
            <a:off x="381000" y="685800"/>
            <a:ext cx="8229600" cy="1143000"/>
          </a:xfrm>
        </p:spPr>
        <p:txBody>
          <a:bodyPr>
            <a:normAutofit/>
          </a:bodyPr>
          <a:lstStyle/>
          <a:p>
            <a:pPr algn="ctr"/>
            <a:endParaRPr lang="en-US" sz="3200" dirty="0"/>
          </a:p>
        </p:txBody>
      </p:sp>
      <p:sp>
        <p:nvSpPr>
          <p:cNvPr id="3074" name="Rectangle 5"/>
          <p:cNvSpPr>
            <a:spLocks noGrp="1" noChangeArrowheads="1"/>
          </p:cNvSpPr>
          <p:nvPr>
            <p:ph idx="1"/>
          </p:nvPr>
        </p:nvSpPr>
        <p:spPr>
          <a:xfrm>
            <a:off x="457200" y="1981200"/>
            <a:ext cx="8229600" cy="4026091"/>
          </a:xfrm>
        </p:spPr>
        <p:txBody>
          <a:bodyPr>
            <a:normAutofit fontScale="77500" lnSpcReduction="20000"/>
          </a:bodyPr>
          <a:lstStyle/>
          <a:p>
            <a:pPr eaLnBrk="1" hangingPunct="1">
              <a:buFont typeface="Wingdings" pitchFamily="2" charset="2"/>
              <a:buNone/>
            </a:pPr>
            <a:endParaRPr lang="en-US" sz="2800" dirty="0">
              <a:solidFill>
                <a:srgbClr val="002060"/>
              </a:solidFill>
            </a:endParaRPr>
          </a:p>
          <a:p>
            <a:pPr algn="ctr">
              <a:buNone/>
            </a:pPr>
            <a:r>
              <a:rPr lang="en-US" sz="4000" b="1" dirty="0">
                <a:solidFill>
                  <a:srgbClr val="FF0000"/>
                </a:solidFill>
                <a:latin typeface="+mj-lt"/>
              </a:rPr>
              <a:t>Week 3-4</a:t>
            </a:r>
          </a:p>
          <a:p>
            <a:pPr algn="ctr" rtl="1" eaLnBrk="1" hangingPunct="1">
              <a:buFont typeface="Wingdings" pitchFamily="2" charset="2"/>
              <a:buNone/>
            </a:pPr>
            <a:endParaRPr lang="en-US" sz="4000" b="1" dirty="0">
              <a:solidFill>
                <a:srgbClr val="0070C0"/>
              </a:solidFill>
              <a:latin typeface="+mj-lt"/>
            </a:endParaRPr>
          </a:p>
          <a:p>
            <a:pPr algn="ctr" rtl="1">
              <a:buNone/>
            </a:pPr>
            <a:r>
              <a:rPr lang="en-US" sz="4000" dirty="0"/>
              <a:t>Topic: Defining the research problem</a:t>
            </a:r>
          </a:p>
          <a:p>
            <a:pPr algn="r" eaLnBrk="1" hangingPunct="1">
              <a:buFont typeface="Wingdings" pitchFamily="2" charset="2"/>
              <a:buNone/>
            </a:pPr>
            <a:endParaRPr lang="en-US" sz="3400" b="1" dirty="0">
              <a:solidFill>
                <a:srgbClr val="002060"/>
              </a:solidFill>
              <a:latin typeface="+mj-lt"/>
            </a:endParaRPr>
          </a:p>
          <a:p>
            <a:pPr indent="0" algn="r" eaLnBrk="1" hangingPunct="1">
              <a:lnSpc>
                <a:spcPct val="120000"/>
              </a:lnSpc>
              <a:spcBef>
                <a:spcPts val="0"/>
              </a:spcBef>
              <a:spcAft>
                <a:spcPts val="0"/>
              </a:spcAft>
              <a:buFont typeface="Wingdings" pitchFamily="2" charset="2"/>
              <a:buNone/>
            </a:pPr>
            <a:r>
              <a:rPr lang="en-US" sz="3400" b="1" dirty="0">
                <a:solidFill>
                  <a:srgbClr val="0070C0"/>
                </a:solidFill>
                <a:latin typeface="+mj-lt"/>
              </a:rPr>
              <a:t>Dr. Waqar Mehmood </a:t>
            </a:r>
          </a:p>
          <a:p>
            <a:pPr indent="0" algn="r" eaLnBrk="1" hangingPunct="1">
              <a:lnSpc>
                <a:spcPct val="120000"/>
              </a:lnSpc>
              <a:spcBef>
                <a:spcPts val="0"/>
              </a:spcBef>
              <a:spcAft>
                <a:spcPts val="0"/>
              </a:spcAft>
              <a:buFont typeface="Wingdings" pitchFamily="2" charset="2"/>
              <a:buNone/>
            </a:pPr>
            <a:r>
              <a:rPr lang="en-US" sz="3400" b="1" dirty="0">
                <a:solidFill>
                  <a:srgbClr val="0070C0"/>
                </a:solidFill>
                <a:latin typeface="+mj-lt"/>
              </a:rPr>
              <a:t>Professor</a:t>
            </a:r>
          </a:p>
          <a:p>
            <a:pPr indent="0" algn="r" eaLnBrk="1" hangingPunct="1">
              <a:lnSpc>
                <a:spcPct val="120000"/>
              </a:lnSpc>
              <a:spcBef>
                <a:spcPts val="0"/>
              </a:spcBef>
              <a:spcAft>
                <a:spcPts val="0"/>
              </a:spcAft>
              <a:buFont typeface="Wingdings" pitchFamily="2" charset="2"/>
              <a:buNone/>
            </a:pPr>
            <a:r>
              <a:rPr lang="en-US" sz="3400" b="1" dirty="0">
                <a:solidFill>
                  <a:srgbClr val="0070C0"/>
                </a:solidFill>
                <a:latin typeface="+mj-lt"/>
              </a:rPr>
              <a:t>RSCI</a:t>
            </a:r>
          </a:p>
          <a:p>
            <a:pPr indent="0" algn="r" eaLnBrk="1" hangingPunct="1">
              <a:lnSpc>
                <a:spcPct val="120000"/>
              </a:lnSpc>
              <a:spcBef>
                <a:spcPts val="0"/>
              </a:spcBef>
              <a:spcAft>
                <a:spcPts val="0"/>
              </a:spcAft>
              <a:buFont typeface="Wingdings" pitchFamily="2" charset="2"/>
              <a:buNone/>
            </a:pPr>
            <a:r>
              <a:rPr lang="en-US" sz="3400" b="1" dirty="0">
                <a:solidFill>
                  <a:srgbClr val="0070C0"/>
                </a:solidFill>
                <a:latin typeface="+mj-lt"/>
              </a:rPr>
              <a:t>RIU</a:t>
            </a:r>
            <a:endParaRPr lang="en-US" sz="2400" b="1" dirty="0">
              <a:solidFill>
                <a:srgbClr val="0070C0"/>
              </a:solidFill>
              <a:latin typeface="+mj-lt"/>
            </a:endParaRPr>
          </a:p>
        </p:txBody>
      </p:sp>
    </p:spTree>
  </p:cSld>
  <p:clrMapOvr>
    <a:masterClrMapping/>
  </p:clrMapOvr>
  <p:transition>
    <p:wipe dir="d"/>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BD1ED1-4D40-C072-5587-93259D0A952D}"/>
              </a:ext>
            </a:extLst>
          </p:cNvPr>
          <p:cNvSpPr>
            <a:spLocks noGrp="1"/>
          </p:cNvSpPr>
          <p:nvPr>
            <p:ph type="title"/>
          </p:nvPr>
        </p:nvSpPr>
        <p:spPr/>
        <p:txBody>
          <a:bodyPr/>
          <a:lstStyle/>
          <a:p>
            <a:r>
              <a:rPr lang="en-US" dirty="0"/>
              <a:t>The Research Process</a:t>
            </a:r>
            <a:endParaRPr lang="en-PK" dirty="0"/>
          </a:p>
        </p:txBody>
      </p:sp>
      <p:sp>
        <p:nvSpPr>
          <p:cNvPr id="3" name="Content Placeholder 2">
            <a:extLst>
              <a:ext uri="{FF2B5EF4-FFF2-40B4-BE49-F238E27FC236}">
                <a16:creationId xmlns:a16="http://schemas.microsoft.com/office/drawing/2014/main" id="{15DDB0E0-82D1-4F1C-96EB-4A54CF9BAC08}"/>
              </a:ext>
            </a:extLst>
          </p:cNvPr>
          <p:cNvSpPr>
            <a:spLocks noGrp="1"/>
          </p:cNvSpPr>
          <p:nvPr>
            <p:ph idx="1"/>
          </p:nvPr>
        </p:nvSpPr>
        <p:spPr/>
        <p:txBody>
          <a:bodyPr>
            <a:normAutofit/>
          </a:bodyPr>
          <a:lstStyle/>
          <a:p>
            <a:r>
              <a:rPr lang="en-US" sz="2400" dirty="0"/>
              <a:t>Research process consists of series of actions or steps necessary to effectively carry out research and the desired sequencing of these steps. </a:t>
            </a:r>
          </a:p>
          <a:p>
            <a:r>
              <a:rPr lang="en-US" sz="2400" dirty="0"/>
              <a:t>The chart shown in Figure 1.1 well illustrates a research process.</a:t>
            </a:r>
            <a:endParaRPr lang="en-PK" sz="2400" dirty="0"/>
          </a:p>
        </p:txBody>
      </p:sp>
    </p:spTree>
    <p:extLst>
      <p:ext uri="{BB962C8B-B14F-4D97-AF65-F5344CB8AC3E}">
        <p14:creationId xmlns:p14="http://schemas.microsoft.com/office/powerpoint/2010/main" val="1467296087"/>
      </p:ext>
    </p:extLst>
  </p:cSld>
  <p:clrMapOvr>
    <a:masterClrMapping/>
  </p:clrMapOvr>
  <p:transition>
    <p:wipe dir="d"/>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C2579DAE-C141-48DB-810E-C070C30081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81"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PK"/>
          </a:p>
        </p:txBody>
      </p:sp>
      <p:sp>
        <p:nvSpPr>
          <p:cNvPr id="24" name="Rectangle 23">
            <a:extLst>
              <a:ext uri="{FF2B5EF4-FFF2-40B4-BE49-F238E27FC236}">
                <a16:creationId xmlns:a16="http://schemas.microsoft.com/office/drawing/2014/main" id="{02FD90C3-6350-4D5B-9738-6E94EDF30F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PK"/>
          </a:p>
        </p:txBody>
      </p:sp>
      <p:sp>
        <p:nvSpPr>
          <p:cNvPr id="25" name="Rectangle 24">
            <a:extLst>
              <a:ext uri="{FF2B5EF4-FFF2-40B4-BE49-F238E27FC236}">
                <a16:creationId xmlns:a16="http://schemas.microsoft.com/office/drawing/2014/main" id="{BCD2D517-BC35-4439-AC31-06DF764F25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6" name="Rectangle 25">
            <a:extLst>
              <a:ext uri="{FF2B5EF4-FFF2-40B4-BE49-F238E27FC236}">
                <a16:creationId xmlns:a16="http://schemas.microsoft.com/office/drawing/2014/main" id="{2DD3F846-0483-40F5-A881-0C1AD2A0C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7759" y="480060"/>
            <a:ext cx="8428482" cy="589788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a:extLst>
              <a:ext uri="{FF2B5EF4-FFF2-40B4-BE49-F238E27FC236}">
                <a16:creationId xmlns:a16="http://schemas.microsoft.com/office/drawing/2014/main" id="{55858464-087E-C879-8DE7-2E2E33F62E0A}"/>
              </a:ext>
            </a:extLst>
          </p:cNvPr>
          <p:cNvPicPr>
            <a:picLocks noGrp="1" noChangeAspect="1"/>
          </p:cNvPicPr>
          <p:nvPr>
            <p:ph idx="1"/>
          </p:nvPr>
        </p:nvPicPr>
        <p:blipFill>
          <a:blip r:embed="rId2"/>
          <a:stretch>
            <a:fillRect/>
          </a:stretch>
        </p:blipFill>
        <p:spPr>
          <a:xfrm>
            <a:off x="347599" y="990600"/>
            <a:ext cx="8438642" cy="5204714"/>
          </a:xfrm>
          <a:prstGeom prst="rect">
            <a:avLst/>
          </a:prstGeom>
        </p:spPr>
      </p:pic>
    </p:spTree>
    <p:extLst>
      <p:ext uri="{BB962C8B-B14F-4D97-AF65-F5344CB8AC3E}">
        <p14:creationId xmlns:p14="http://schemas.microsoft.com/office/powerpoint/2010/main" val="3602378668"/>
      </p:ext>
    </p:extLst>
  </p:cSld>
  <p:clrMapOvr>
    <a:masterClrMapping/>
  </p:clrMapOvr>
  <p:transition>
    <p:wipe dir="d"/>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AE57AE-4DA4-1D1D-7443-88FDEBCAD161}"/>
              </a:ext>
            </a:extLst>
          </p:cNvPr>
          <p:cNvSpPr>
            <a:spLocks noGrp="1"/>
          </p:cNvSpPr>
          <p:nvPr>
            <p:ph type="title"/>
          </p:nvPr>
        </p:nvSpPr>
        <p:spPr/>
        <p:txBody>
          <a:bodyPr/>
          <a:lstStyle/>
          <a:p>
            <a:r>
              <a:rPr lang="en-US" dirty="0"/>
              <a:t>The Research Process</a:t>
            </a:r>
            <a:endParaRPr lang="en-PK" dirty="0"/>
          </a:p>
        </p:txBody>
      </p:sp>
      <p:sp>
        <p:nvSpPr>
          <p:cNvPr id="3" name="Content Placeholder 2">
            <a:extLst>
              <a:ext uri="{FF2B5EF4-FFF2-40B4-BE49-F238E27FC236}">
                <a16:creationId xmlns:a16="http://schemas.microsoft.com/office/drawing/2014/main" id="{A2B4BF6B-8814-8547-83E9-BB70178BCF76}"/>
              </a:ext>
            </a:extLst>
          </p:cNvPr>
          <p:cNvSpPr>
            <a:spLocks noGrp="1"/>
          </p:cNvSpPr>
          <p:nvPr>
            <p:ph idx="1"/>
          </p:nvPr>
        </p:nvSpPr>
        <p:spPr>
          <a:xfrm>
            <a:off x="822959" y="1845734"/>
            <a:ext cx="8016241" cy="5240866"/>
          </a:xfrm>
        </p:spPr>
        <p:txBody>
          <a:bodyPr>
            <a:normAutofit/>
          </a:bodyPr>
          <a:lstStyle/>
          <a:p>
            <a:pPr>
              <a:lnSpc>
                <a:spcPct val="100000"/>
              </a:lnSpc>
              <a:spcBef>
                <a:spcPts val="0"/>
              </a:spcBef>
              <a:spcAft>
                <a:spcPts val="0"/>
              </a:spcAft>
            </a:pPr>
            <a:r>
              <a:rPr lang="en-US" sz="2400" dirty="0"/>
              <a:t>Research activities overlap continuously rather than following a strictly prescribed sequence. At times, the first step determines the nature of the last step to be undertaken.</a:t>
            </a:r>
          </a:p>
          <a:p>
            <a:pPr>
              <a:lnSpc>
                <a:spcPct val="100000"/>
              </a:lnSpc>
              <a:spcBef>
                <a:spcPts val="0"/>
              </a:spcBef>
              <a:spcAft>
                <a:spcPts val="0"/>
              </a:spcAft>
            </a:pPr>
            <a:r>
              <a:rPr lang="en-US" sz="2400" dirty="0"/>
              <a:t>One should remember that the various steps involved in a research process are not mutually exclusive; nor they are separate and distinct. </a:t>
            </a:r>
          </a:p>
          <a:p>
            <a:pPr>
              <a:lnSpc>
                <a:spcPct val="100000"/>
              </a:lnSpc>
              <a:spcBef>
                <a:spcPts val="0"/>
              </a:spcBef>
              <a:spcAft>
                <a:spcPts val="0"/>
              </a:spcAft>
            </a:pPr>
            <a:r>
              <a:rPr lang="en-US" sz="2400" dirty="0"/>
              <a:t>They do not necessarily follow each other in any specific order and the researcher has to be constantly anticipating at each step in the research process the requirements of the subsequent steps. </a:t>
            </a:r>
          </a:p>
        </p:txBody>
      </p:sp>
    </p:spTree>
    <p:extLst>
      <p:ext uri="{BB962C8B-B14F-4D97-AF65-F5344CB8AC3E}">
        <p14:creationId xmlns:p14="http://schemas.microsoft.com/office/powerpoint/2010/main" val="3637027900"/>
      </p:ext>
    </p:extLst>
  </p:cSld>
  <p:clrMapOvr>
    <a:masterClrMapping/>
  </p:clrMapOvr>
  <p:transition>
    <p:wipe dir="d"/>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B6D01E-D9F3-E2BB-DAD8-66C01A1CBC0D}"/>
              </a:ext>
            </a:extLst>
          </p:cNvPr>
          <p:cNvSpPr>
            <a:spLocks noGrp="1"/>
          </p:cNvSpPr>
          <p:nvPr>
            <p:ph type="title"/>
          </p:nvPr>
        </p:nvSpPr>
        <p:spPr/>
        <p:txBody>
          <a:bodyPr/>
          <a:lstStyle/>
          <a:p>
            <a:r>
              <a:rPr lang="en-US" dirty="0"/>
              <a:t>The Research Process</a:t>
            </a:r>
            <a:endParaRPr lang="en-PK" dirty="0"/>
          </a:p>
        </p:txBody>
      </p:sp>
      <p:sp>
        <p:nvSpPr>
          <p:cNvPr id="3" name="Content Placeholder 2">
            <a:extLst>
              <a:ext uri="{FF2B5EF4-FFF2-40B4-BE49-F238E27FC236}">
                <a16:creationId xmlns:a16="http://schemas.microsoft.com/office/drawing/2014/main" id="{3F1761F3-B17D-3A51-8D3C-DB9E1A5E8917}"/>
              </a:ext>
            </a:extLst>
          </p:cNvPr>
          <p:cNvSpPr>
            <a:spLocks noGrp="1"/>
          </p:cNvSpPr>
          <p:nvPr>
            <p:ph idx="1"/>
          </p:nvPr>
        </p:nvSpPr>
        <p:spPr>
          <a:xfrm>
            <a:off x="822959" y="1845734"/>
            <a:ext cx="7863841" cy="4478866"/>
          </a:xfrm>
        </p:spPr>
        <p:txBody>
          <a:bodyPr>
            <a:normAutofit fontScale="92500" lnSpcReduction="10000"/>
          </a:bodyPr>
          <a:lstStyle/>
          <a:p>
            <a:r>
              <a:rPr lang="en-US" dirty="0"/>
              <a:t>Typical stages include:</a:t>
            </a:r>
          </a:p>
          <a:p>
            <a:pPr marL="514350" indent="-514350">
              <a:buFont typeface="+mj-lt"/>
              <a:buAutoNum type="arabicPeriod"/>
            </a:pPr>
            <a:r>
              <a:rPr lang="en-US" dirty="0"/>
              <a:t>Identify research problem</a:t>
            </a:r>
          </a:p>
          <a:p>
            <a:pPr marL="514350" indent="-514350">
              <a:buFont typeface="+mj-lt"/>
              <a:buAutoNum type="arabicPeriod"/>
            </a:pPr>
            <a:r>
              <a:rPr lang="en-US" dirty="0"/>
              <a:t>Literature review</a:t>
            </a:r>
          </a:p>
          <a:p>
            <a:pPr marL="514350" indent="-514350">
              <a:buFont typeface="+mj-lt"/>
              <a:buAutoNum type="arabicPeriod"/>
            </a:pPr>
            <a:r>
              <a:rPr lang="en-US" dirty="0"/>
              <a:t>Formulate research questions/hypotheses</a:t>
            </a:r>
          </a:p>
          <a:p>
            <a:pPr marL="514350" indent="-514350">
              <a:buFont typeface="+mj-lt"/>
              <a:buAutoNum type="arabicPeriod"/>
            </a:pPr>
            <a:r>
              <a:rPr lang="en-US" dirty="0"/>
              <a:t>Select research design &amp; methodology</a:t>
            </a:r>
          </a:p>
          <a:p>
            <a:pPr marL="514350" indent="-514350">
              <a:buFont typeface="+mj-lt"/>
              <a:buAutoNum type="arabicPeriod"/>
            </a:pPr>
            <a:r>
              <a:rPr lang="en-US" dirty="0"/>
              <a:t>Collect data</a:t>
            </a:r>
          </a:p>
          <a:p>
            <a:pPr marL="514350" indent="-514350">
              <a:buFont typeface="+mj-lt"/>
              <a:buAutoNum type="arabicPeriod"/>
            </a:pPr>
            <a:r>
              <a:rPr lang="en-US" dirty="0"/>
              <a:t>Analyze data</a:t>
            </a:r>
          </a:p>
          <a:p>
            <a:pPr marL="514350" indent="-514350">
              <a:buFont typeface="+mj-lt"/>
              <a:buAutoNum type="arabicPeriod"/>
            </a:pPr>
            <a:r>
              <a:rPr lang="en-US" dirty="0"/>
              <a:t>Interpret results</a:t>
            </a:r>
          </a:p>
          <a:p>
            <a:pPr marL="514350" indent="-514350">
              <a:buFont typeface="+mj-lt"/>
              <a:buAutoNum type="arabicPeriod"/>
            </a:pPr>
            <a:r>
              <a:rPr lang="en-US" dirty="0"/>
              <a:t>Report &amp; disseminate findings</a:t>
            </a:r>
            <a:endParaRPr lang="en-PK" dirty="0"/>
          </a:p>
        </p:txBody>
      </p:sp>
    </p:spTree>
    <p:extLst>
      <p:ext uri="{BB962C8B-B14F-4D97-AF65-F5344CB8AC3E}">
        <p14:creationId xmlns:p14="http://schemas.microsoft.com/office/powerpoint/2010/main" val="3674467131"/>
      </p:ext>
    </p:extLst>
  </p:cSld>
  <p:clrMapOvr>
    <a:masterClrMapping/>
  </p:clrMapOvr>
  <p:transition>
    <p:wipe dir="d"/>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A8A94B-3D08-005F-9831-EA41CC5BF27B}"/>
              </a:ext>
            </a:extLst>
          </p:cNvPr>
          <p:cNvSpPr>
            <a:spLocks noGrp="1"/>
          </p:cNvSpPr>
          <p:nvPr>
            <p:ph type="title"/>
          </p:nvPr>
        </p:nvSpPr>
        <p:spPr/>
        <p:txBody>
          <a:bodyPr/>
          <a:lstStyle/>
          <a:p>
            <a:r>
              <a:rPr lang="en-US" dirty="0"/>
              <a:t>1. Formulating the research problem:</a:t>
            </a:r>
            <a:endParaRPr lang="en-PK" dirty="0"/>
          </a:p>
        </p:txBody>
      </p:sp>
      <p:sp>
        <p:nvSpPr>
          <p:cNvPr id="3" name="Content Placeholder 2">
            <a:extLst>
              <a:ext uri="{FF2B5EF4-FFF2-40B4-BE49-F238E27FC236}">
                <a16:creationId xmlns:a16="http://schemas.microsoft.com/office/drawing/2014/main" id="{90E92E31-D01B-2D92-F0D3-A3FB9038BA5C}"/>
              </a:ext>
            </a:extLst>
          </p:cNvPr>
          <p:cNvSpPr>
            <a:spLocks noGrp="1"/>
          </p:cNvSpPr>
          <p:nvPr>
            <p:ph idx="1"/>
          </p:nvPr>
        </p:nvSpPr>
        <p:spPr/>
        <p:txBody>
          <a:bodyPr>
            <a:normAutofit/>
          </a:bodyPr>
          <a:lstStyle/>
          <a:p>
            <a:r>
              <a:rPr lang="en-US" sz="2400" dirty="0"/>
              <a:t>In research process, the first and foremost step happens to be that of selecting and properly defining a research problem.</a:t>
            </a:r>
          </a:p>
          <a:p>
            <a:r>
              <a:rPr lang="en-US" sz="2400" dirty="0"/>
              <a:t>A researcher must find the problem and formulate it so that it becomes susceptible to research. </a:t>
            </a:r>
          </a:p>
          <a:p>
            <a:r>
              <a:rPr lang="en-US" sz="2400" dirty="0"/>
              <a:t>Like a medical doctor, a researcher must examine all the symptoms (presented to him or observed by him) concerning a problem before he can diagnose correctly. </a:t>
            </a:r>
          </a:p>
          <a:p>
            <a:r>
              <a:rPr lang="en-US" sz="2400" dirty="0"/>
              <a:t>To define a problem correctly, a researcher must know: what a problem is?</a:t>
            </a:r>
            <a:endParaRPr lang="en-PK" sz="2400" dirty="0"/>
          </a:p>
        </p:txBody>
      </p:sp>
    </p:spTree>
    <p:extLst>
      <p:ext uri="{BB962C8B-B14F-4D97-AF65-F5344CB8AC3E}">
        <p14:creationId xmlns:p14="http://schemas.microsoft.com/office/powerpoint/2010/main" val="3376902052"/>
      </p:ext>
    </p:extLst>
  </p:cSld>
  <p:clrMapOvr>
    <a:masterClrMapping/>
  </p:clrMapOvr>
  <p:transition>
    <p:wipe dir="d"/>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A8A94B-3D08-005F-9831-EA41CC5BF27B}"/>
              </a:ext>
            </a:extLst>
          </p:cNvPr>
          <p:cNvSpPr>
            <a:spLocks noGrp="1"/>
          </p:cNvSpPr>
          <p:nvPr>
            <p:ph type="title"/>
          </p:nvPr>
        </p:nvSpPr>
        <p:spPr/>
        <p:txBody>
          <a:bodyPr/>
          <a:lstStyle/>
          <a:p>
            <a:r>
              <a:rPr lang="en-US" dirty="0"/>
              <a:t>1. Formulating the research problem:</a:t>
            </a:r>
            <a:endParaRPr lang="en-PK" dirty="0"/>
          </a:p>
        </p:txBody>
      </p:sp>
      <p:sp>
        <p:nvSpPr>
          <p:cNvPr id="3" name="Content Placeholder 2">
            <a:extLst>
              <a:ext uri="{FF2B5EF4-FFF2-40B4-BE49-F238E27FC236}">
                <a16:creationId xmlns:a16="http://schemas.microsoft.com/office/drawing/2014/main" id="{90E92E31-D01B-2D92-F0D3-A3FB9038BA5C}"/>
              </a:ext>
            </a:extLst>
          </p:cNvPr>
          <p:cNvSpPr>
            <a:spLocks noGrp="1"/>
          </p:cNvSpPr>
          <p:nvPr>
            <p:ph idx="1"/>
          </p:nvPr>
        </p:nvSpPr>
        <p:spPr/>
        <p:txBody>
          <a:bodyPr>
            <a:normAutofit fontScale="85000" lnSpcReduction="20000"/>
          </a:bodyPr>
          <a:lstStyle/>
          <a:p>
            <a:r>
              <a:rPr lang="en-US" dirty="0"/>
              <a:t>At the very outset the researcher must single out the problem he wants to study, i.e., he must decide the general area of interest or aspect of a subject-matter that he would like to inquire into. </a:t>
            </a:r>
          </a:p>
          <a:p>
            <a:r>
              <a:rPr lang="en-US" dirty="0"/>
              <a:t>Initially the problem may be stated in a broad general .</a:t>
            </a:r>
          </a:p>
          <a:p>
            <a:r>
              <a:rPr lang="en-US" dirty="0"/>
              <a:t>The formulation of a general topic into a specific research problem, thus, constitutes the first step in a scientific enquiry. </a:t>
            </a:r>
          </a:p>
          <a:p>
            <a:r>
              <a:rPr lang="en-US" dirty="0"/>
              <a:t>Essentially two steps are involved in formulating the research problem, viz., understanding the problem thoroughly, and rephrasing the same into meaningful terms from an analytical point of view.</a:t>
            </a:r>
            <a:endParaRPr lang="en-PK" dirty="0"/>
          </a:p>
        </p:txBody>
      </p:sp>
    </p:spTree>
    <p:extLst>
      <p:ext uri="{BB962C8B-B14F-4D97-AF65-F5344CB8AC3E}">
        <p14:creationId xmlns:p14="http://schemas.microsoft.com/office/powerpoint/2010/main" val="421777268"/>
      </p:ext>
    </p:extLst>
  </p:cSld>
  <p:clrMapOvr>
    <a:masterClrMapping/>
  </p:clrMapOvr>
  <p:transition>
    <p:wipe dir="d"/>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17FF98-C66D-3DF5-6451-F2C66EA505DE}"/>
              </a:ext>
            </a:extLst>
          </p:cNvPr>
          <p:cNvSpPr>
            <a:spLocks noGrp="1"/>
          </p:cNvSpPr>
          <p:nvPr>
            <p:ph type="title"/>
          </p:nvPr>
        </p:nvSpPr>
        <p:spPr/>
        <p:txBody>
          <a:bodyPr/>
          <a:lstStyle/>
          <a:p>
            <a:r>
              <a:rPr lang="en-US" dirty="0"/>
              <a:t>1. Formulating the research problem:</a:t>
            </a:r>
            <a:endParaRPr lang="en-PK" dirty="0"/>
          </a:p>
        </p:txBody>
      </p:sp>
      <p:sp>
        <p:nvSpPr>
          <p:cNvPr id="3" name="Content Placeholder 2">
            <a:extLst>
              <a:ext uri="{FF2B5EF4-FFF2-40B4-BE49-F238E27FC236}">
                <a16:creationId xmlns:a16="http://schemas.microsoft.com/office/drawing/2014/main" id="{5E906AA3-965E-C886-C11A-C958E825A3FA}"/>
              </a:ext>
            </a:extLst>
          </p:cNvPr>
          <p:cNvSpPr>
            <a:spLocks noGrp="1"/>
          </p:cNvSpPr>
          <p:nvPr>
            <p:ph idx="1"/>
          </p:nvPr>
        </p:nvSpPr>
        <p:spPr/>
        <p:txBody>
          <a:bodyPr>
            <a:normAutofit fontScale="92500" lnSpcReduction="10000"/>
          </a:bodyPr>
          <a:lstStyle/>
          <a:p>
            <a:r>
              <a:rPr lang="en-US" dirty="0"/>
              <a:t>The best way of understanding the problem is to </a:t>
            </a:r>
            <a:r>
              <a:rPr lang="en-US" b="1" dirty="0">
                <a:solidFill>
                  <a:srgbClr val="0070C0"/>
                </a:solidFill>
              </a:rPr>
              <a:t>discuss it with one’s own colleagues </a:t>
            </a:r>
            <a:r>
              <a:rPr lang="en-US" dirty="0"/>
              <a:t>or with those having some expertise in the matter.</a:t>
            </a:r>
          </a:p>
          <a:p>
            <a:r>
              <a:rPr lang="en-US" dirty="0"/>
              <a:t>The researcher must at the same time </a:t>
            </a:r>
            <a:r>
              <a:rPr lang="en-US" b="1" dirty="0">
                <a:solidFill>
                  <a:srgbClr val="0070C0"/>
                </a:solidFill>
              </a:rPr>
              <a:t>examine all available literature </a:t>
            </a:r>
            <a:r>
              <a:rPr lang="en-US" dirty="0"/>
              <a:t>to get himself acquainted with the selected problem. </a:t>
            </a:r>
          </a:p>
          <a:p>
            <a:r>
              <a:rPr lang="en-US" dirty="0"/>
              <a:t>He may review two types of literature—</a:t>
            </a:r>
          </a:p>
          <a:p>
            <a:pPr lvl="1"/>
            <a:r>
              <a:rPr lang="en-US" dirty="0"/>
              <a:t>the conceptual literature concerning the concepts and theories, and </a:t>
            </a:r>
          </a:p>
          <a:p>
            <a:pPr lvl="1"/>
            <a:r>
              <a:rPr lang="en-US" dirty="0"/>
              <a:t>the empirical literature consisting of studies made earlier which are similar to the one proposed.</a:t>
            </a:r>
            <a:endParaRPr lang="en-PK" dirty="0"/>
          </a:p>
        </p:txBody>
      </p:sp>
    </p:spTree>
    <p:extLst>
      <p:ext uri="{BB962C8B-B14F-4D97-AF65-F5344CB8AC3E}">
        <p14:creationId xmlns:p14="http://schemas.microsoft.com/office/powerpoint/2010/main" val="3758969472"/>
      </p:ext>
    </p:extLst>
  </p:cSld>
  <p:clrMapOvr>
    <a:masterClrMapping/>
  </p:clrMapOvr>
  <p:transition>
    <p:wipe dir="d"/>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A9C99B-8E07-C58B-A3DF-9E53B2066C85}"/>
              </a:ext>
            </a:extLst>
          </p:cNvPr>
          <p:cNvSpPr>
            <a:spLocks noGrp="1"/>
          </p:cNvSpPr>
          <p:nvPr>
            <p:ph type="title"/>
          </p:nvPr>
        </p:nvSpPr>
        <p:spPr/>
        <p:txBody>
          <a:bodyPr/>
          <a:lstStyle/>
          <a:p>
            <a:r>
              <a:rPr lang="en-US" dirty="0"/>
              <a:t>1. Formulating the research problem:</a:t>
            </a:r>
            <a:endParaRPr lang="en-PK" dirty="0"/>
          </a:p>
        </p:txBody>
      </p:sp>
      <p:sp>
        <p:nvSpPr>
          <p:cNvPr id="3" name="Content Placeholder 2">
            <a:extLst>
              <a:ext uri="{FF2B5EF4-FFF2-40B4-BE49-F238E27FC236}">
                <a16:creationId xmlns:a16="http://schemas.microsoft.com/office/drawing/2014/main" id="{12752073-D249-5D54-C72C-4A708F2DADDD}"/>
              </a:ext>
            </a:extLst>
          </p:cNvPr>
          <p:cNvSpPr>
            <a:spLocks noGrp="1"/>
          </p:cNvSpPr>
          <p:nvPr>
            <p:ph idx="1"/>
          </p:nvPr>
        </p:nvSpPr>
        <p:spPr/>
        <p:txBody>
          <a:bodyPr/>
          <a:lstStyle/>
          <a:p>
            <a:r>
              <a:rPr lang="en-US" dirty="0"/>
              <a:t>We talk of a research problem or hypothesis in case of </a:t>
            </a:r>
            <a:r>
              <a:rPr lang="en-US" b="1" dirty="0">
                <a:solidFill>
                  <a:srgbClr val="0070C0"/>
                </a:solidFill>
              </a:rPr>
              <a:t>descriptive</a:t>
            </a:r>
            <a:r>
              <a:rPr lang="en-US" dirty="0"/>
              <a:t> or </a:t>
            </a:r>
            <a:r>
              <a:rPr lang="en-US" b="1" dirty="0">
                <a:solidFill>
                  <a:srgbClr val="0070C0"/>
                </a:solidFill>
              </a:rPr>
              <a:t>hypothesis</a:t>
            </a:r>
            <a:r>
              <a:rPr lang="en-US" dirty="0"/>
              <a:t> testing research studies. </a:t>
            </a:r>
          </a:p>
          <a:p>
            <a:r>
              <a:rPr lang="en-US" b="1" dirty="0">
                <a:solidFill>
                  <a:srgbClr val="0070C0"/>
                </a:solidFill>
              </a:rPr>
              <a:t>Exploratory</a:t>
            </a:r>
            <a:r>
              <a:rPr lang="en-US" dirty="0"/>
              <a:t> or </a:t>
            </a:r>
            <a:r>
              <a:rPr lang="en-US" b="1" dirty="0">
                <a:solidFill>
                  <a:srgbClr val="0070C0"/>
                </a:solidFill>
              </a:rPr>
              <a:t>formulative</a:t>
            </a:r>
            <a:r>
              <a:rPr lang="en-US" dirty="0"/>
              <a:t> research studies do not start with a problem or hypothesis, their problem is to find a problem or the hypothesis to be tested. </a:t>
            </a:r>
            <a:endParaRPr lang="en-PK" dirty="0"/>
          </a:p>
        </p:txBody>
      </p:sp>
    </p:spTree>
    <p:extLst>
      <p:ext uri="{BB962C8B-B14F-4D97-AF65-F5344CB8AC3E}">
        <p14:creationId xmlns:p14="http://schemas.microsoft.com/office/powerpoint/2010/main" val="2975429682"/>
      </p:ext>
    </p:extLst>
  </p:cSld>
  <p:clrMapOvr>
    <a:masterClrMapping/>
  </p:clrMapOvr>
  <p:transition>
    <p:wipe dir="d"/>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DB802-3DE3-BA88-BEAD-AA2A0346C774}"/>
              </a:ext>
            </a:extLst>
          </p:cNvPr>
          <p:cNvSpPr>
            <a:spLocks noGrp="1"/>
          </p:cNvSpPr>
          <p:nvPr>
            <p:ph type="title"/>
          </p:nvPr>
        </p:nvSpPr>
        <p:spPr/>
        <p:txBody>
          <a:bodyPr>
            <a:normAutofit/>
          </a:bodyPr>
          <a:lstStyle/>
          <a:p>
            <a:r>
              <a:rPr lang="en-US" sz="3200" dirty="0"/>
              <a:t>WHAT IS A RESEARCH PROBLEM?</a:t>
            </a:r>
            <a:endParaRPr lang="en-PK" sz="3200" dirty="0"/>
          </a:p>
        </p:txBody>
      </p:sp>
      <p:sp>
        <p:nvSpPr>
          <p:cNvPr id="3" name="Content Placeholder 2">
            <a:extLst>
              <a:ext uri="{FF2B5EF4-FFF2-40B4-BE49-F238E27FC236}">
                <a16:creationId xmlns:a16="http://schemas.microsoft.com/office/drawing/2014/main" id="{596A2DC8-4C5B-1036-E85C-DAFB1BB4D57B}"/>
              </a:ext>
            </a:extLst>
          </p:cNvPr>
          <p:cNvSpPr>
            <a:spLocks noGrp="1"/>
          </p:cNvSpPr>
          <p:nvPr>
            <p:ph idx="1"/>
          </p:nvPr>
        </p:nvSpPr>
        <p:spPr/>
        <p:txBody>
          <a:bodyPr>
            <a:normAutofit/>
          </a:bodyPr>
          <a:lstStyle/>
          <a:p>
            <a:r>
              <a:rPr lang="en-US" dirty="0"/>
              <a:t>A research problem, in general, refers to some </a:t>
            </a:r>
            <a:r>
              <a:rPr lang="en-US" dirty="0">
                <a:solidFill>
                  <a:srgbClr val="0070C0"/>
                </a:solidFill>
              </a:rPr>
              <a:t>difficulty</a:t>
            </a:r>
            <a:r>
              <a:rPr lang="en-US" dirty="0"/>
              <a:t> which a researcher </a:t>
            </a:r>
            <a:r>
              <a:rPr lang="en-US" dirty="0">
                <a:solidFill>
                  <a:srgbClr val="0070C0"/>
                </a:solidFill>
              </a:rPr>
              <a:t>experiences</a:t>
            </a:r>
            <a:r>
              <a:rPr lang="en-US" dirty="0"/>
              <a:t> in the context of either a </a:t>
            </a:r>
            <a:r>
              <a:rPr lang="en-US" dirty="0">
                <a:solidFill>
                  <a:srgbClr val="0070C0"/>
                </a:solidFill>
              </a:rPr>
              <a:t>theoretical or practical situation </a:t>
            </a:r>
            <a:r>
              <a:rPr lang="en-US" dirty="0"/>
              <a:t>and wants to obtain a </a:t>
            </a:r>
            <a:r>
              <a:rPr lang="en-US" dirty="0">
                <a:solidFill>
                  <a:srgbClr val="0070C0"/>
                </a:solidFill>
              </a:rPr>
              <a:t>solution</a:t>
            </a:r>
            <a:r>
              <a:rPr lang="en-US" dirty="0"/>
              <a:t> for the same.</a:t>
            </a:r>
            <a:endParaRPr lang="en-PK" dirty="0"/>
          </a:p>
        </p:txBody>
      </p:sp>
    </p:spTree>
    <p:extLst>
      <p:ext uri="{BB962C8B-B14F-4D97-AF65-F5344CB8AC3E}">
        <p14:creationId xmlns:p14="http://schemas.microsoft.com/office/powerpoint/2010/main" val="2546219204"/>
      </p:ext>
    </p:extLst>
  </p:cSld>
  <p:clrMapOvr>
    <a:masterClrMapping/>
  </p:clrMapOvr>
  <p:transition>
    <p:wipe dir="d"/>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31B461-749C-D89F-570D-CC7764B0E9D0}"/>
              </a:ext>
            </a:extLst>
          </p:cNvPr>
          <p:cNvSpPr>
            <a:spLocks noGrp="1"/>
          </p:cNvSpPr>
          <p:nvPr>
            <p:ph type="title"/>
          </p:nvPr>
        </p:nvSpPr>
        <p:spPr/>
        <p:txBody>
          <a:bodyPr/>
          <a:lstStyle/>
          <a:p>
            <a:r>
              <a:rPr lang="en-US" dirty="0"/>
              <a:t>WHAT IS A RESEARCH PROBLEM?</a:t>
            </a:r>
            <a:endParaRPr lang="en-PK" dirty="0"/>
          </a:p>
        </p:txBody>
      </p:sp>
      <p:sp>
        <p:nvSpPr>
          <p:cNvPr id="3" name="Content Placeholder 2">
            <a:extLst>
              <a:ext uri="{FF2B5EF4-FFF2-40B4-BE49-F238E27FC236}">
                <a16:creationId xmlns:a16="http://schemas.microsoft.com/office/drawing/2014/main" id="{04603C6C-618B-3E8C-62A2-A8D41AA89133}"/>
              </a:ext>
            </a:extLst>
          </p:cNvPr>
          <p:cNvSpPr>
            <a:spLocks noGrp="1"/>
          </p:cNvSpPr>
          <p:nvPr>
            <p:ph idx="1"/>
          </p:nvPr>
        </p:nvSpPr>
        <p:spPr/>
        <p:txBody>
          <a:bodyPr>
            <a:normAutofit/>
          </a:bodyPr>
          <a:lstStyle/>
          <a:p>
            <a:r>
              <a:rPr lang="en-US" sz="2400" dirty="0">
                <a:solidFill>
                  <a:srgbClr val="0070C0"/>
                </a:solidFill>
              </a:rPr>
              <a:t>A research problem does exist if the following conditions are met with:</a:t>
            </a:r>
            <a:endParaRPr lang="en-PK" sz="2400" dirty="0">
              <a:solidFill>
                <a:srgbClr val="0070C0"/>
              </a:solidFill>
            </a:endParaRPr>
          </a:p>
        </p:txBody>
      </p:sp>
      <p:pic>
        <p:nvPicPr>
          <p:cNvPr id="5" name="Picture 4">
            <a:extLst>
              <a:ext uri="{FF2B5EF4-FFF2-40B4-BE49-F238E27FC236}">
                <a16:creationId xmlns:a16="http://schemas.microsoft.com/office/drawing/2014/main" id="{C6FEBD2F-2C99-AB3C-781F-F525F9190B2C}"/>
              </a:ext>
            </a:extLst>
          </p:cNvPr>
          <p:cNvPicPr>
            <a:picLocks noChangeAspect="1"/>
          </p:cNvPicPr>
          <p:nvPr/>
        </p:nvPicPr>
        <p:blipFill>
          <a:blip r:embed="rId2"/>
          <a:stretch>
            <a:fillRect/>
          </a:stretch>
        </p:blipFill>
        <p:spPr>
          <a:xfrm>
            <a:off x="822958" y="2514600"/>
            <a:ext cx="8016241" cy="4114800"/>
          </a:xfrm>
          <a:prstGeom prst="rect">
            <a:avLst/>
          </a:prstGeom>
        </p:spPr>
      </p:pic>
    </p:spTree>
    <p:extLst>
      <p:ext uri="{BB962C8B-B14F-4D97-AF65-F5344CB8AC3E}">
        <p14:creationId xmlns:p14="http://schemas.microsoft.com/office/powerpoint/2010/main" val="3145275297"/>
      </p:ext>
    </p:extLst>
  </p:cSld>
  <p:clrMapOvr>
    <a:masterClrMapping/>
  </p:clrMapOvr>
  <p:transition>
    <p:wipe dir="d"/>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1BCA6E-3810-B256-AD66-A2E0177B08B7}"/>
              </a:ext>
            </a:extLst>
          </p:cNvPr>
          <p:cNvSpPr>
            <a:spLocks noGrp="1"/>
          </p:cNvSpPr>
          <p:nvPr>
            <p:ph type="title"/>
          </p:nvPr>
        </p:nvSpPr>
        <p:spPr/>
        <p:txBody>
          <a:bodyPr/>
          <a:lstStyle/>
          <a:p>
            <a:r>
              <a:rPr lang="en-US" dirty="0"/>
              <a:t>WHAT IS A RESEARCH PROBLEM?</a:t>
            </a:r>
            <a:endParaRPr lang="en-PK" dirty="0"/>
          </a:p>
        </p:txBody>
      </p:sp>
      <p:sp>
        <p:nvSpPr>
          <p:cNvPr id="3" name="Content Placeholder 2">
            <a:extLst>
              <a:ext uri="{FF2B5EF4-FFF2-40B4-BE49-F238E27FC236}">
                <a16:creationId xmlns:a16="http://schemas.microsoft.com/office/drawing/2014/main" id="{3E6B9FB7-0EAE-D932-B5C3-4B0EA1144597}"/>
              </a:ext>
            </a:extLst>
          </p:cNvPr>
          <p:cNvSpPr>
            <a:spLocks noGrp="1"/>
          </p:cNvSpPr>
          <p:nvPr>
            <p:ph idx="1"/>
          </p:nvPr>
        </p:nvSpPr>
        <p:spPr/>
        <p:txBody>
          <a:bodyPr>
            <a:normAutofit/>
          </a:bodyPr>
          <a:lstStyle/>
          <a:p>
            <a:r>
              <a:rPr lang="en-US" sz="2000" dirty="0"/>
              <a:t>Over and above these conditions, the individual or the </a:t>
            </a:r>
            <a:r>
              <a:rPr lang="en-US" sz="2000" dirty="0" err="1"/>
              <a:t>organisation</a:t>
            </a:r>
            <a:r>
              <a:rPr lang="en-US" sz="2000" dirty="0"/>
              <a:t> can be said to have the problem only if ‘I’ does not know what course of action is best, i.e., ‘I’, must be in doubt about the solution.</a:t>
            </a:r>
            <a:endParaRPr lang="en-PK" sz="2000" dirty="0"/>
          </a:p>
        </p:txBody>
      </p:sp>
      <p:pic>
        <p:nvPicPr>
          <p:cNvPr id="5" name="Picture 4">
            <a:extLst>
              <a:ext uri="{FF2B5EF4-FFF2-40B4-BE49-F238E27FC236}">
                <a16:creationId xmlns:a16="http://schemas.microsoft.com/office/drawing/2014/main" id="{E04DFC76-6C1B-FF65-F8C4-84C53CD9A0DA}"/>
              </a:ext>
            </a:extLst>
          </p:cNvPr>
          <p:cNvPicPr>
            <a:picLocks noChangeAspect="1"/>
          </p:cNvPicPr>
          <p:nvPr/>
        </p:nvPicPr>
        <p:blipFill>
          <a:blip r:embed="rId2"/>
          <a:stretch>
            <a:fillRect/>
          </a:stretch>
        </p:blipFill>
        <p:spPr>
          <a:xfrm>
            <a:off x="914400" y="2895600"/>
            <a:ext cx="7924800" cy="3571875"/>
          </a:xfrm>
          <a:prstGeom prst="rect">
            <a:avLst/>
          </a:prstGeom>
        </p:spPr>
      </p:pic>
    </p:spTree>
    <p:extLst>
      <p:ext uri="{BB962C8B-B14F-4D97-AF65-F5344CB8AC3E}">
        <p14:creationId xmlns:p14="http://schemas.microsoft.com/office/powerpoint/2010/main" val="3189454209"/>
      </p:ext>
    </p:extLst>
  </p:cSld>
  <p:clrMapOvr>
    <a:masterClrMapping/>
  </p:clrMapOvr>
  <p:transition>
    <p:wipe dir="d"/>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20D979-2F7A-F4E0-2CC6-F3A0D4AB5A86}"/>
              </a:ext>
            </a:extLst>
          </p:cNvPr>
          <p:cNvSpPr>
            <a:spLocks noGrp="1"/>
          </p:cNvSpPr>
          <p:nvPr>
            <p:ph type="title"/>
          </p:nvPr>
        </p:nvSpPr>
        <p:spPr/>
        <p:txBody>
          <a:bodyPr/>
          <a:lstStyle/>
          <a:p>
            <a:r>
              <a:rPr lang="en-US" dirty="0"/>
              <a:t>SELECTING THE PROBLEM</a:t>
            </a:r>
            <a:endParaRPr lang="en-PK" dirty="0"/>
          </a:p>
        </p:txBody>
      </p:sp>
      <p:sp>
        <p:nvSpPr>
          <p:cNvPr id="3" name="Content Placeholder 2">
            <a:extLst>
              <a:ext uri="{FF2B5EF4-FFF2-40B4-BE49-F238E27FC236}">
                <a16:creationId xmlns:a16="http://schemas.microsoft.com/office/drawing/2014/main" id="{A0850817-BF02-6EDA-B8CB-1AC7506FB15A}"/>
              </a:ext>
            </a:extLst>
          </p:cNvPr>
          <p:cNvSpPr>
            <a:spLocks noGrp="1"/>
          </p:cNvSpPr>
          <p:nvPr>
            <p:ph idx="1"/>
          </p:nvPr>
        </p:nvSpPr>
        <p:spPr/>
        <p:txBody>
          <a:bodyPr>
            <a:normAutofit/>
          </a:bodyPr>
          <a:lstStyle/>
          <a:p>
            <a:r>
              <a:rPr lang="en-US" sz="2400" dirty="0"/>
              <a:t>The research problem undertaken for study must be carefully selected. </a:t>
            </a:r>
          </a:p>
          <a:p>
            <a:r>
              <a:rPr lang="en-US" sz="2400" dirty="0"/>
              <a:t>The task is a difficult one, although it may not appear to be so. </a:t>
            </a:r>
          </a:p>
          <a:p>
            <a:r>
              <a:rPr lang="en-US" sz="2400" dirty="0"/>
              <a:t>Every researcher must find out his own salvation for research problems cannot be borrowed.</a:t>
            </a:r>
          </a:p>
          <a:p>
            <a:r>
              <a:rPr lang="en-US" sz="2400" dirty="0"/>
              <a:t>However, the following points may be observed by a researcher in selecting a research problem or a subject for research:</a:t>
            </a:r>
            <a:endParaRPr lang="en-PK" sz="2400" dirty="0"/>
          </a:p>
        </p:txBody>
      </p:sp>
    </p:spTree>
    <p:extLst>
      <p:ext uri="{BB962C8B-B14F-4D97-AF65-F5344CB8AC3E}">
        <p14:creationId xmlns:p14="http://schemas.microsoft.com/office/powerpoint/2010/main" val="2476748080"/>
      </p:ext>
    </p:extLst>
  </p:cSld>
  <p:clrMapOvr>
    <a:masterClrMapping/>
  </p:clrMapOvr>
  <p:transition>
    <p:wipe dir="d"/>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3C7E21-CB5A-1DB0-C69D-6CD4FDBD87B9}"/>
              </a:ext>
            </a:extLst>
          </p:cNvPr>
          <p:cNvSpPr>
            <a:spLocks noGrp="1"/>
          </p:cNvSpPr>
          <p:nvPr>
            <p:ph type="title"/>
          </p:nvPr>
        </p:nvSpPr>
        <p:spPr/>
        <p:txBody>
          <a:bodyPr/>
          <a:lstStyle/>
          <a:p>
            <a:r>
              <a:rPr lang="en-US" dirty="0"/>
              <a:t>SELECTING THE PROBLEM</a:t>
            </a:r>
            <a:endParaRPr lang="en-PK" dirty="0"/>
          </a:p>
        </p:txBody>
      </p:sp>
      <p:sp>
        <p:nvSpPr>
          <p:cNvPr id="3" name="Content Placeholder 2">
            <a:extLst>
              <a:ext uri="{FF2B5EF4-FFF2-40B4-BE49-F238E27FC236}">
                <a16:creationId xmlns:a16="http://schemas.microsoft.com/office/drawing/2014/main" id="{5F3FD20E-1311-267B-D6C3-29828341A8BD}"/>
              </a:ext>
            </a:extLst>
          </p:cNvPr>
          <p:cNvSpPr>
            <a:spLocks noGrp="1"/>
          </p:cNvSpPr>
          <p:nvPr>
            <p:ph idx="1"/>
          </p:nvPr>
        </p:nvSpPr>
        <p:spPr>
          <a:xfrm>
            <a:off x="822960" y="1905000"/>
            <a:ext cx="7787640" cy="4343400"/>
          </a:xfrm>
        </p:spPr>
        <p:txBody>
          <a:bodyPr>
            <a:noAutofit/>
          </a:bodyPr>
          <a:lstStyle/>
          <a:p>
            <a:pPr marL="571500" indent="-571500">
              <a:lnSpc>
                <a:spcPct val="100000"/>
              </a:lnSpc>
              <a:spcBef>
                <a:spcPts val="0"/>
              </a:spcBef>
              <a:spcAft>
                <a:spcPts val="0"/>
              </a:spcAft>
              <a:buFont typeface="+mj-lt"/>
              <a:buAutoNum type="romanLcPeriod"/>
            </a:pPr>
            <a:r>
              <a:rPr lang="en-US" sz="2000" dirty="0"/>
              <a:t>Subject which is overdone should not be normally chosen, for it will be a difficult task to throw any new light in such a case.</a:t>
            </a:r>
          </a:p>
          <a:p>
            <a:pPr marL="514350" indent="-514350">
              <a:lnSpc>
                <a:spcPct val="100000"/>
              </a:lnSpc>
              <a:spcBef>
                <a:spcPts val="0"/>
              </a:spcBef>
              <a:spcAft>
                <a:spcPts val="0"/>
              </a:spcAft>
              <a:buFont typeface="+mj-lt"/>
              <a:buAutoNum type="romanLcPeriod"/>
            </a:pPr>
            <a:r>
              <a:rPr lang="en-US" sz="2000" dirty="0"/>
              <a:t>Controversial subject should not become the choice of an average researcher.</a:t>
            </a:r>
          </a:p>
          <a:p>
            <a:pPr marL="514350" indent="-514350">
              <a:lnSpc>
                <a:spcPct val="100000"/>
              </a:lnSpc>
              <a:spcBef>
                <a:spcPts val="0"/>
              </a:spcBef>
              <a:spcAft>
                <a:spcPts val="0"/>
              </a:spcAft>
              <a:buFont typeface="+mj-lt"/>
              <a:buAutoNum type="romanLcPeriod"/>
            </a:pPr>
            <a:r>
              <a:rPr lang="en-US" sz="2000" dirty="0"/>
              <a:t>Too narrow or too vague problems should be avoided.</a:t>
            </a:r>
          </a:p>
          <a:p>
            <a:pPr marL="514350" indent="-514350">
              <a:lnSpc>
                <a:spcPct val="100000"/>
              </a:lnSpc>
              <a:spcBef>
                <a:spcPts val="0"/>
              </a:spcBef>
              <a:spcAft>
                <a:spcPts val="0"/>
              </a:spcAft>
              <a:buFont typeface="+mj-lt"/>
              <a:buAutoNum type="romanLcPeriod"/>
            </a:pPr>
            <a:r>
              <a:rPr lang="en-US" sz="2000" dirty="0"/>
              <a:t>The selection of a problem must be preceded by a preliminary study.</a:t>
            </a:r>
          </a:p>
          <a:p>
            <a:pPr marL="514350" indent="-514350">
              <a:lnSpc>
                <a:spcPct val="100000"/>
              </a:lnSpc>
              <a:spcBef>
                <a:spcPts val="0"/>
              </a:spcBef>
              <a:spcAft>
                <a:spcPts val="0"/>
              </a:spcAft>
              <a:buFont typeface="+mj-lt"/>
              <a:buAutoNum type="romanLcPeriod"/>
            </a:pPr>
            <a:r>
              <a:rPr lang="en-US" sz="2000" dirty="0"/>
              <a:t>Before the final selection of a problem is done, a researcher must ask himself the following questions:</a:t>
            </a:r>
          </a:p>
          <a:p>
            <a:pPr marL="153860" lvl="1" indent="0">
              <a:lnSpc>
                <a:spcPct val="100000"/>
              </a:lnSpc>
              <a:spcBef>
                <a:spcPts val="0"/>
              </a:spcBef>
              <a:spcAft>
                <a:spcPts val="0"/>
              </a:spcAft>
              <a:buNone/>
            </a:pPr>
            <a:r>
              <a:rPr lang="en-US" sz="2000" dirty="0"/>
              <a:t>	</a:t>
            </a:r>
            <a:r>
              <a:rPr lang="en-US" sz="2000" dirty="0">
                <a:solidFill>
                  <a:schemeClr val="tx1"/>
                </a:solidFill>
              </a:rPr>
              <a:t>(a) Whether he is well equipped in terms of his background to  	carry out the research?</a:t>
            </a:r>
          </a:p>
          <a:p>
            <a:pPr marL="0" indent="0">
              <a:lnSpc>
                <a:spcPct val="100000"/>
              </a:lnSpc>
              <a:spcBef>
                <a:spcPts val="0"/>
              </a:spcBef>
              <a:spcAft>
                <a:spcPts val="0"/>
              </a:spcAft>
              <a:buNone/>
            </a:pPr>
            <a:r>
              <a:rPr lang="en-US" sz="2000" dirty="0"/>
              <a:t>	(b) Whether the study falls within the budget he can afford?</a:t>
            </a:r>
          </a:p>
          <a:p>
            <a:pPr marL="0" indent="0">
              <a:lnSpc>
                <a:spcPct val="100000"/>
              </a:lnSpc>
              <a:spcBef>
                <a:spcPts val="0"/>
              </a:spcBef>
              <a:spcAft>
                <a:spcPts val="0"/>
              </a:spcAft>
              <a:buNone/>
            </a:pPr>
            <a:r>
              <a:rPr lang="en-US" sz="2000" dirty="0"/>
              <a:t>	(c) Whether the necessary cooperation can be obtained from 	those who must participate in research as subjects?</a:t>
            </a:r>
          </a:p>
          <a:p>
            <a:pPr marL="0" indent="0">
              <a:lnSpc>
                <a:spcPct val="100000"/>
              </a:lnSpc>
              <a:spcBef>
                <a:spcPts val="0"/>
              </a:spcBef>
              <a:spcAft>
                <a:spcPts val="0"/>
              </a:spcAft>
              <a:buNone/>
            </a:pPr>
            <a:endParaRPr lang="en-PK" sz="2000" dirty="0"/>
          </a:p>
        </p:txBody>
      </p:sp>
    </p:spTree>
    <p:extLst>
      <p:ext uri="{BB962C8B-B14F-4D97-AF65-F5344CB8AC3E}">
        <p14:creationId xmlns:p14="http://schemas.microsoft.com/office/powerpoint/2010/main" val="3258565724"/>
      </p:ext>
    </p:extLst>
  </p:cSld>
  <p:clrMapOvr>
    <a:masterClrMapping/>
  </p:clrMapOvr>
  <p:transition>
    <p:wipe dir="d"/>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E148A1-D0DF-3749-39D9-38FD876DD103}"/>
              </a:ext>
            </a:extLst>
          </p:cNvPr>
          <p:cNvSpPr>
            <a:spLocks noGrp="1"/>
          </p:cNvSpPr>
          <p:nvPr>
            <p:ph type="title"/>
          </p:nvPr>
        </p:nvSpPr>
        <p:spPr/>
        <p:txBody>
          <a:bodyPr/>
          <a:lstStyle/>
          <a:p>
            <a:r>
              <a:rPr lang="en-US" dirty="0"/>
              <a:t>NECESSITY OF DEFINING THE PROBLEM</a:t>
            </a:r>
            <a:endParaRPr lang="en-PK" dirty="0"/>
          </a:p>
        </p:txBody>
      </p:sp>
      <p:sp>
        <p:nvSpPr>
          <p:cNvPr id="3" name="Content Placeholder 2">
            <a:extLst>
              <a:ext uri="{FF2B5EF4-FFF2-40B4-BE49-F238E27FC236}">
                <a16:creationId xmlns:a16="http://schemas.microsoft.com/office/drawing/2014/main" id="{FADB96EB-5BA4-3499-879C-C10F6E6EEF18}"/>
              </a:ext>
            </a:extLst>
          </p:cNvPr>
          <p:cNvSpPr>
            <a:spLocks noGrp="1"/>
          </p:cNvSpPr>
          <p:nvPr>
            <p:ph idx="1"/>
          </p:nvPr>
        </p:nvSpPr>
        <p:spPr/>
        <p:txBody>
          <a:bodyPr>
            <a:normAutofit fontScale="62500" lnSpcReduction="20000"/>
          </a:bodyPr>
          <a:lstStyle/>
          <a:p>
            <a:r>
              <a:rPr lang="en-US" dirty="0"/>
              <a:t>A problem clearly stated is considered “a problem half solved.”</a:t>
            </a:r>
          </a:p>
          <a:p>
            <a:r>
              <a:rPr lang="en-US" dirty="0"/>
              <a:t>Defining a research problem is essential for clarity and direction.</a:t>
            </a:r>
          </a:p>
          <a:p>
            <a:r>
              <a:rPr lang="en-US" dirty="0"/>
              <a:t>A well-defined problem helps distinguish relevant data from irrelevant data.</a:t>
            </a:r>
          </a:p>
          <a:p>
            <a:r>
              <a:rPr lang="en-US" dirty="0"/>
              <a:t>Proper definition keeps the researcher on track, while an ill-defined problem creates hurdles.</a:t>
            </a:r>
          </a:p>
          <a:p>
            <a:r>
              <a:rPr lang="en-US" dirty="0"/>
              <a:t>Key questions depend on problem definition:</a:t>
            </a:r>
          </a:p>
          <a:p>
            <a:pPr lvl="1"/>
            <a:r>
              <a:rPr lang="en-US" dirty="0"/>
              <a:t>What data should be collected?</a:t>
            </a:r>
          </a:p>
          <a:p>
            <a:pPr lvl="1"/>
            <a:r>
              <a:rPr lang="en-US" dirty="0"/>
              <a:t>Which characteristics of the data are relevant?</a:t>
            </a:r>
          </a:p>
          <a:p>
            <a:pPr lvl="1"/>
            <a:r>
              <a:rPr lang="en-US" dirty="0"/>
              <a:t>What relationships need to be explored?</a:t>
            </a:r>
          </a:p>
          <a:p>
            <a:pPr lvl="1"/>
            <a:r>
              <a:rPr lang="en-US" dirty="0"/>
              <a:t>What techniques should be applied?</a:t>
            </a:r>
          </a:p>
          <a:p>
            <a:r>
              <a:rPr lang="en-US" dirty="0"/>
              <a:t>Formulating the problem can be more critical than solving it.</a:t>
            </a:r>
          </a:p>
          <a:p>
            <a:r>
              <a:rPr lang="en-US" dirty="0"/>
              <a:t>Careful detailing of the research problem is the basis for designing the research and executing all subsequent steps smoothly.</a:t>
            </a:r>
            <a:endParaRPr lang="en-PK" dirty="0"/>
          </a:p>
        </p:txBody>
      </p:sp>
    </p:spTree>
    <p:extLst>
      <p:ext uri="{BB962C8B-B14F-4D97-AF65-F5344CB8AC3E}">
        <p14:creationId xmlns:p14="http://schemas.microsoft.com/office/powerpoint/2010/main" val="2984597304"/>
      </p:ext>
    </p:extLst>
  </p:cSld>
  <p:clrMapOvr>
    <a:masterClrMapping/>
  </p:clrMapOvr>
  <p:transition>
    <p:wipe dir="d"/>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697FA5-80EF-65D7-854A-9C3B31389AD9}"/>
              </a:ext>
            </a:extLst>
          </p:cNvPr>
          <p:cNvSpPr>
            <a:spLocks noGrp="1"/>
          </p:cNvSpPr>
          <p:nvPr>
            <p:ph type="title"/>
          </p:nvPr>
        </p:nvSpPr>
        <p:spPr/>
        <p:txBody>
          <a:bodyPr>
            <a:normAutofit/>
          </a:bodyPr>
          <a:lstStyle/>
          <a:p>
            <a:r>
              <a:rPr lang="en-US" sz="2800" dirty="0"/>
              <a:t>TECHNIQUE INVOLVED IN DEFINING A PROBLEM</a:t>
            </a:r>
            <a:endParaRPr lang="en-PK" sz="2800" dirty="0"/>
          </a:p>
        </p:txBody>
      </p:sp>
      <p:sp>
        <p:nvSpPr>
          <p:cNvPr id="3" name="Content Placeholder 2">
            <a:extLst>
              <a:ext uri="{FF2B5EF4-FFF2-40B4-BE49-F238E27FC236}">
                <a16:creationId xmlns:a16="http://schemas.microsoft.com/office/drawing/2014/main" id="{6624D27D-A2EC-A9F2-7D4D-3C540E7FFD04}"/>
              </a:ext>
            </a:extLst>
          </p:cNvPr>
          <p:cNvSpPr>
            <a:spLocks noGrp="1"/>
          </p:cNvSpPr>
          <p:nvPr>
            <p:ph idx="1"/>
          </p:nvPr>
        </p:nvSpPr>
        <p:spPr/>
        <p:txBody>
          <a:bodyPr>
            <a:normAutofit/>
          </a:bodyPr>
          <a:lstStyle/>
          <a:p>
            <a:r>
              <a:rPr lang="en-US" sz="2400" dirty="0"/>
              <a:t>What does one mean when he/she wants to define a research problem?</a:t>
            </a:r>
          </a:p>
          <a:p>
            <a:r>
              <a:rPr lang="en-US" sz="2400" dirty="0"/>
              <a:t>The answer may be that one wants to state the problem along with the bounds within which it is to be studied. </a:t>
            </a:r>
          </a:p>
          <a:p>
            <a:r>
              <a:rPr lang="en-US" sz="2400" dirty="0"/>
              <a:t>In other words, defining a problem involves the task of laying down boundaries within which a researcher shall study the problem with a pre-determined objective in view</a:t>
            </a:r>
            <a:endParaRPr lang="en-PK" sz="2400" dirty="0"/>
          </a:p>
        </p:txBody>
      </p:sp>
    </p:spTree>
    <p:extLst>
      <p:ext uri="{BB962C8B-B14F-4D97-AF65-F5344CB8AC3E}">
        <p14:creationId xmlns:p14="http://schemas.microsoft.com/office/powerpoint/2010/main" val="670907877"/>
      </p:ext>
    </p:extLst>
  </p:cSld>
  <p:clrMapOvr>
    <a:masterClrMapping/>
  </p:clrMapOvr>
  <p:transition>
    <p:wipe dir="d"/>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714191-568B-F7FD-9041-7D9E454F957D}"/>
              </a:ext>
            </a:extLst>
          </p:cNvPr>
          <p:cNvSpPr>
            <a:spLocks noGrp="1"/>
          </p:cNvSpPr>
          <p:nvPr>
            <p:ph type="title"/>
          </p:nvPr>
        </p:nvSpPr>
        <p:spPr/>
        <p:txBody>
          <a:bodyPr>
            <a:normAutofit/>
          </a:bodyPr>
          <a:lstStyle/>
          <a:p>
            <a:r>
              <a:rPr lang="en-US" sz="2800" dirty="0"/>
              <a:t>TECHNIQUE INVOLVED IN DEFINING A PROBLEM</a:t>
            </a:r>
            <a:endParaRPr lang="en-PK" sz="2800" dirty="0"/>
          </a:p>
        </p:txBody>
      </p:sp>
      <p:sp>
        <p:nvSpPr>
          <p:cNvPr id="3" name="Content Placeholder 2">
            <a:extLst>
              <a:ext uri="{FF2B5EF4-FFF2-40B4-BE49-F238E27FC236}">
                <a16:creationId xmlns:a16="http://schemas.microsoft.com/office/drawing/2014/main" id="{59903F79-CF8D-F1ED-2524-1EBB76DCE48F}"/>
              </a:ext>
            </a:extLst>
          </p:cNvPr>
          <p:cNvSpPr>
            <a:spLocks noGrp="1"/>
          </p:cNvSpPr>
          <p:nvPr>
            <p:ph idx="1"/>
          </p:nvPr>
        </p:nvSpPr>
        <p:spPr/>
        <p:txBody>
          <a:bodyPr>
            <a:normAutofit/>
          </a:bodyPr>
          <a:lstStyle/>
          <a:p>
            <a:r>
              <a:rPr lang="en-US" sz="2400" dirty="0"/>
              <a:t>The technique for the purpose involves the undertaking of the following steps generally one after the other: </a:t>
            </a:r>
          </a:p>
          <a:p>
            <a:pPr marL="538163" indent="0">
              <a:buNone/>
            </a:pPr>
            <a:r>
              <a:rPr lang="en-US" sz="2400" dirty="0"/>
              <a:t>(</a:t>
            </a:r>
            <a:r>
              <a:rPr lang="en-US" sz="2400" dirty="0" err="1"/>
              <a:t>i</a:t>
            </a:r>
            <a:r>
              <a:rPr lang="en-US" sz="2400" dirty="0"/>
              <a:t>) statement of the problem in a general way; </a:t>
            </a:r>
          </a:p>
          <a:p>
            <a:pPr marL="538163" indent="0">
              <a:buNone/>
            </a:pPr>
            <a:r>
              <a:rPr lang="en-US" sz="2400" dirty="0"/>
              <a:t>(ii) understanding the nature of the problem; </a:t>
            </a:r>
          </a:p>
          <a:p>
            <a:pPr marL="538163" indent="0">
              <a:buNone/>
            </a:pPr>
            <a:r>
              <a:rPr lang="en-US" sz="2400" dirty="0"/>
              <a:t>(iii) surveying the available literature </a:t>
            </a:r>
          </a:p>
          <a:p>
            <a:pPr marL="538163" indent="0">
              <a:buNone/>
            </a:pPr>
            <a:r>
              <a:rPr lang="en-US" sz="2400" dirty="0"/>
              <a:t>(iv) developing the ideas through discussions; and </a:t>
            </a:r>
          </a:p>
          <a:p>
            <a:pPr marL="538163" indent="0">
              <a:buNone/>
            </a:pPr>
            <a:r>
              <a:rPr lang="en-US" sz="2400" dirty="0"/>
              <a:t>(v) rephrasing the research problem into a working proposition.</a:t>
            </a:r>
            <a:endParaRPr lang="en-PK" sz="2400" dirty="0"/>
          </a:p>
        </p:txBody>
      </p:sp>
    </p:spTree>
    <p:extLst>
      <p:ext uri="{BB962C8B-B14F-4D97-AF65-F5344CB8AC3E}">
        <p14:creationId xmlns:p14="http://schemas.microsoft.com/office/powerpoint/2010/main" val="943827292"/>
      </p:ext>
    </p:extLst>
  </p:cSld>
  <p:clrMapOvr>
    <a:masterClrMapping/>
  </p:clrMapOvr>
  <p:transition>
    <p:wipe dir="d"/>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046F61-352A-7ACC-6053-2AB14275A28A}"/>
              </a:ext>
            </a:extLst>
          </p:cNvPr>
          <p:cNvSpPr>
            <a:spLocks noGrp="1"/>
          </p:cNvSpPr>
          <p:nvPr>
            <p:ph type="title"/>
          </p:nvPr>
        </p:nvSpPr>
        <p:spPr/>
        <p:txBody>
          <a:bodyPr/>
          <a:lstStyle/>
          <a:p>
            <a:r>
              <a:rPr lang="en-US" dirty="0"/>
              <a:t>AN ILLUSTRATION - I</a:t>
            </a:r>
            <a:endParaRPr lang="en-PK" dirty="0"/>
          </a:p>
        </p:txBody>
      </p:sp>
      <p:sp>
        <p:nvSpPr>
          <p:cNvPr id="3" name="Content Placeholder 2">
            <a:extLst>
              <a:ext uri="{FF2B5EF4-FFF2-40B4-BE49-F238E27FC236}">
                <a16:creationId xmlns:a16="http://schemas.microsoft.com/office/drawing/2014/main" id="{B4A2C7DD-6DF9-D903-5753-0587D17CEEB1}"/>
              </a:ext>
            </a:extLst>
          </p:cNvPr>
          <p:cNvSpPr>
            <a:spLocks noGrp="1"/>
          </p:cNvSpPr>
          <p:nvPr>
            <p:ph idx="1"/>
          </p:nvPr>
        </p:nvSpPr>
        <p:spPr/>
        <p:txBody>
          <a:bodyPr/>
          <a:lstStyle/>
          <a:p>
            <a:endParaRPr lang="en-PK"/>
          </a:p>
        </p:txBody>
      </p:sp>
      <p:pic>
        <p:nvPicPr>
          <p:cNvPr id="5" name="Picture 4">
            <a:extLst>
              <a:ext uri="{FF2B5EF4-FFF2-40B4-BE49-F238E27FC236}">
                <a16:creationId xmlns:a16="http://schemas.microsoft.com/office/drawing/2014/main" id="{EE3D761F-6F63-191B-9AF4-7F00E7F77310}"/>
              </a:ext>
            </a:extLst>
          </p:cNvPr>
          <p:cNvPicPr>
            <a:picLocks noChangeAspect="1"/>
          </p:cNvPicPr>
          <p:nvPr/>
        </p:nvPicPr>
        <p:blipFill>
          <a:blip r:embed="rId2"/>
          <a:stretch>
            <a:fillRect/>
          </a:stretch>
        </p:blipFill>
        <p:spPr>
          <a:xfrm>
            <a:off x="304800" y="1742441"/>
            <a:ext cx="8686800" cy="4946196"/>
          </a:xfrm>
          <a:prstGeom prst="rect">
            <a:avLst/>
          </a:prstGeom>
        </p:spPr>
      </p:pic>
    </p:spTree>
    <p:extLst>
      <p:ext uri="{BB962C8B-B14F-4D97-AF65-F5344CB8AC3E}">
        <p14:creationId xmlns:p14="http://schemas.microsoft.com/office/powerpoint/2010/main" val="2537443040"/>
      </p:ext>
    </p:extLst>
  </p:cSld>
  <p:clrMapOvr>
    <a:masterClrMapping/>
  </p:clrMapOvr>
  <p:transition>
    <p:wipe dir="d"/>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8AFDA8-6223-9ACC-CA69-8C7DC29292CC}"/>
              </a:ext>
            </a:extLst>
          </p:cNvPr>
          <p:cNvSpPr>
            <a:spLocks noGrp="1"/>
          </p:cNvSpPr>
          <p:nvPr>
            <p:ph type="title"/>
          </p:nvPr>
        </p:nvSpPr>
        <p:spPr/>
        <p:txBody>
          <a:bodyPr/>
          <a:lstStyle/>
          <a:p>
            <a:r>
              <a:rPr lang="en-US" dirty="0"/>
              <a:t>AN ILLUSTRATION - I</a:t>
            </a:r>
            <a:endParaRPr lang="en-PK" dirty="0"/>
          </a:p>
        </p:txBody>
      </p:sp>
      <p:sp>
        <p:nvSpPr>
          <p:cNvPr id="3" name="Content Placeholder 2">
            <a:extLst>
              <a:ext uri="{FF2B5EF4-FFF2-40B4-BE49-F238E27FC236}">
                <a16:creationId xmlns:a16="http://schemas.microsoft.com/office/drawing/2014/main" id="{E3CA3FFF-CAB6-AECF-E938-85CDAABB29BE}"/>
              </a:ext>
            </a:extLst>
          </p:cNvPr>
          <p:cNvSpPr>
            <a:spLocks noGrp="1"/>
          </p:cNvSpPr>
          <p:nvPr>
            <p:ph idx="1"/>
          </p:nvPr>
        </p:nvSpPr>
        <p:spPr/>
        <p:txBody>
          <a:bodyPr>
            <a:normAutofit fontScale="85000" lnSpcReduction="20000"/>
          </a:bodyPr>
          <a:lstStyle/>
          <a:p>
            <a:r>
              <a:rPr lang="en-US" dirty="0"/>
              <a:t>With this sort of formulation, the various terms involved such as ‘</a:t>
            </a:r>
            <a:r>
              <a:rPr lang="en-US" dirty="0" err="1"/>
              <a:t>labour</a:t>
            </a:r>
            <a:r>
              <a:rPr lang="en-US" dirty="0"/>
              <a:t> productivity’, ‘productivity differentials’, etc. must be explained clearly. </a:t>
            </a:r>
          </a:p>
          <a:p>
            <a:r>
              <a:rPr lang="en-US" dirty="0"/>
              <a:t>The researcher must also see that the necessary data are available. </a:t>
            </a:r>
          </a:p>
          <a:p>
            <a:r>
              <a:rPr lang="en-US" dirty="0"/>
              <a:t>In case the data for one or more industries selected are not available for the concerning time-period, then the said industry or industries will have to be substituted by other industry or industries.</a:t>
            </a:r>
          </a:p>
          <a:p>
            <a:r>
              <a:rPr lang="en-US" dirty="0"/>
              <a:t>The suitability of the time-period must also be examined. </a:t>
            </a:r>
          </a:p>
          <a:p>
            <a:r>
              <a:rPr lang="en-US" dirty="0"/>
              <a:t>Thus, all relevant factors must be considered by a researcher before finally defining a research problem.</a:t>
            </a:r>
            <a:endParaRPr lang="en-PK" dirty="0"/>
          </a:p>
        </p:txBody>
      </p:sp>
    </p:spTree>
    <p:extLst>
      <p:ext uri="{BB962C8B-B14F-4D97-AF65-F5344CB8AC3E}">
        <p14:creationId xmlns:p14="http://schemas.microsoft.com/office/powerpoint/2010/main" val="4130707918"/>
      </p:ext>
    </p:extLst>
  </p:cSld>
  <p:clrMapOvr>
    <a:masterClrMapping/>
  </p:clrMapOvr>
  <p:transition>
    <p:wipe dir="d"/>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FD9FD2-B8C1-9E68-2C35-20941F0C3D26}"/>
              </a:ext>
            </a:extLst>
          </p:cNvPr>
          <p:cNvSpPr>
            <a:spLocks noGrp="1"/>
          </p:cNvSpPr>
          <p:nvPr>
            <p:ph type="title"/>
          </p:nvPr>
        </p:nvSpPr>
        <p:spPr/>
        <p:txBody>
          <a:bodyPr/>
          <a:lstStyle/>
          <a:p>
            <a:r>
              <a:rPr lang="en-US" dirty="0"/>
              <a:t>AN ILLUSTRATION - II</a:t>
            </a:r>
            <a:endParaRPr lang="en-PK" dirty="0"/>
          </a:p>
        </p:txBody>
      </p:sp>
      <p:sp>
        <p:nvSpPr>
          <p:cNvPr id="3" name="Content Placeholder 2">
            <a:extLst>
              <a:ext uri="{FF2B5EF4-FFF2-40B4-BE49-F238E27FC236}">
                <a16:creationId xmlns:a16="http://schemas.microsoft.com/office/drawing/2014/main" id="{134EB7D7-F6B3-F8C8-8530-844B27785672}"/>
              </a:ext>
            </a:extLst>
          </p:cNvPr>
          <p:cNvSpPr>
            <a:spLocks noGrp="1"/>
          </p:cNvSpPr>
          <p:nvPr>
            <p:ph idx="1"/>
          </p:nvPr>
        </p:nvSpPr>
        <p:spPr/>
        <p:txBody>
          <a:bodyPr>
            <a:normAutofit/>
          </a:bodyPr>
          <a:lstStyle/>
          <a:p>
            <a:r>
              <a:rPr lang="en-US" sz="2400" dirty="0"/>
              <a:t>Broad, general research problem</a:t>
            </a:r>
          </a:p>
          <a:p>
            <a:pPr marL="447675" indent="0">
              <a:buNone/>
            </a:pPr>
            <a:r>
              <a:rPr lang="en-US" sz="2400" dirty="0"/>
              <a:t>“Why is software development more efficient in Company </a:t>
            </a:r>
            <a:r>
              <a:rPr lang="en-US" sz="2400" i="1" dirty="0">
                <a:solidFill>
                  <a:srgbClr val="0070C0"/>
                </a:solidFill>
              </a:rPr>
              <a:t>Microsoft</a:t>
            </a:r>
            <a:r>
              <a:rPr lang="en-US" sz="2400" dirty="0"/>
              <a:t> than in Company </a:t>
            </a:r>
            <a:r>
              <a:rPr lang="en-US" sz="2400" i="1" dirty="0">
                <a:solidFill>
                  <a:srgbClr val="0070C0"/>
                </a:solidFill>
              </a:rPr>
              <a:t>ABC</a:t>
            </a:r>
            <a:r>
              <a:rPr lang="en-US" sz="2400" dirty="0"/>
              <a:t>?”</a:t>
            </a:r>
          </a:p>
          <a:p>
            <a:r>
              <a:rPr lang="en-US" sz="2400" dirty="0"/>
              <a:t>This is too vague and ambiguous:</a:t>
            </a:r>
          </a:p>
          <a:p>
            <a:pPr lvl="1"/>
            <a:r>
              <a:rPr lang="en-US" sz="2000" dirty="0"/>
              <a:t>What does “efficient” mean? Faster delivery? Fewer bugs? Lower costs?</a:t>
            </a:r>
          </a:p>
          <a:p>
            <a:pPr lvl="1"/>
            <a:r>
              <a:rPr lang="en-US" sz="2000" dirty="0"/>
              <a:t>Which types of software projects (web, mobile, embedded)?</a:t>
            </a:r>
          </a:p>
          <a:p>
            <a:pPr lvl="1"/>
            <a:r>
              <a:rPr lang="en-US" sz="2000" dirty="0"/>
              <a:t>What time period?</a:t>
            </a:r>
          </a:p>
          <a:p>
            <a:pPr lvl="1"/>
            <a:r>
              <a:rPr lang="en-US" sz="2000" dirty="0"/>
              <a:t>Which metrics are being used for comparison?</a:t>
            </a:r>
          </a:p>
          <a:p>
            <a:endParaRPr lang="en-PK" sz="2400" dirty="0"/>
          </a:p>
        </p:txBody>
      </p:sp>
    </p:spTree>
    <p:extLst>
      <p:ext uri="{BB962C8B-B14F-4D97-AF65-F5344CB8AC3E}">
        <p14:creationId xmlns:p14="http://schemas.microsoft.com/office/powerpoint/2010/main" val="3348439682"/>
      </p:ext>
    </p:extLst>
  </p:cSld>
  <p:clrMapOvr>
    <a:masterClrMapping/>
  </p:clrMapOvr>
  <p:transition>
    <p:wipe dir="d"/>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337ACD-5F87-BB81-A37B-BCCE30D5D94E}"/>
              </a:ext>
            </a:extLst>
          </p:cNvPr>
          <p:cNvSpPr>
            <a:spLocks noGrp="1"/>
          </p:cNvSpPr>
          <p:nvPr>
            <p:ph type="title"/>
          </p:nvPr>
        </p:nvSpPr>
        <p:spPr/>
        <p:txBody>
          <a:bodyPr/>
          <a:lstStyle/>
          <a:p>
            <a:r>
              <a:rPr lang="en-US" dirty="0"/>
              <a:t>AN ILLUSTRATION - II</a:t>
            </a:r>
            <a:endParaRPr lang="en-PK" dirty="0"/>
          </a:p>
        </p:txBody>
      </p:sp>
      <p:sp>
        <p:nvSpPr>
          <p:cNvPr id="3" name="Content Placeholder 2">
            <a:extLst>
              <a:ext uri="{FF2B5EF4-FFF2-40B4-BE49-F238E27FC236}">
                <a16:creationId xmlns:a16="http://schemas.microsoft.com/office/drawing/2014/main" id="{6947D7C9-BB8A-004B-B12B-81F040B3C115}"/>
              </a:ext>
            </a:extLst>
          </p:cNvPr>
          <p:cNvSpPr>
            <a:spLocks noGrp="1"/>
          </p:cNvSpPr>
          <p:nvPr>
            <p:ph idx="1"/>
          </p:nvPr>
        </p:nvSpPr>
        <p:spPr/>
        <p:txBody>
          <a:bodyPr>
            <a:normAutofit/>
          </a:bodyPr>
          <a:lstStyle/>
          <a:p>
            <a:r>
              <a:rPr lang="en-US" sz="2400" dirty="0"/>
              <a:t>Narrowed-down version:</a:t>
            </a:r>
          </a:p>
          <a:p>
            <a:pPr marL="447675" indent="0">
              <a:buNone/>
            </a:pPr>
            <a:r>
              <a:rPr lang="en-US" sz="2400" dirty="0"/>
              <a:t>“What factors were responsible for the higher productivity of Company A’s agile development teams compared to Company B’s teams during the period 2015–2020?”</a:t>
            </a:r>
          </a:p>
          <a:p>
            <a:r>
              <a:rPr lang="en-US" sz="2400" dirty="0"/>
              <a:t>This removes many ambiguities:</a:t>
            </a:r>
          </a:p>
          <a:p>
            <a:pPr lvl="1"/>
            <a:r>
              <a:rPr lang="en-US" sz="2000" dirty="0"/>
              <a:t>Focuses on </a:t>
            </a:r>
            <a:r>
              <a:rPr lang="en-US" sz="2000" i="1" dirty="0"/>
              <a:t>agile teams</a:t>
            </a:r>
            <a:endParaRPr lang="en-US" sz="2000" dirty="0"/>
          </a:p>
          <a:p>
            <a:pPr lvl="1"/>
            <a:r>
              <a:rPr lang="en-US" sz="2000" dirty="0"/>
              <a:t>Defines </a:t>
            </a:r>
            <a:r>
              <a:rPr lang="en-US" sz="2000" i="1" dirty="0"/>
              <a:t>time period</a:t>
            </a:r>
            <a:endParaRPr lang="en-US" sz="2000" dirty="0"/>
          </a:p>
          <a:p>
            <a:pPr lvl="1"/>
            <a:r>
              <a:rPr lang="en-US" sz="2000" dirty="0"/>
              <a:t>Specifies </a:t>
            </a:r>
            <a:r>
              <a:rPr lang="en-US" sz="2000" i="1" dirty="0"/>
              <a:t>productivity in software development</a:t>
            </a:r>
            <a:endParaRPr lang="en-US" sz="2000" dirty="0"/>
          </a:p>
          <a:p>
            <a:endParaRPr lang="en-PK" sz="2400" dirty="0"/>
          </a:p>
        </p:txBody>
      </p:sp>
    </p:spTree>
    <p:extLst>
      <p:ext uri="{BB962C8B-B14F-4D97-AF65-F5344CB8AC3E}">
        <p14:creationId xmlns:p14="http://schemas.microsoft.com/office/powerpoint/2010/main" val="2781069740"/>
      </p:ext>
    </p:extLst>
  </p:cSld>
  <p:clrMapOvr>
    <a:masterClrMapping/>
  </p:clrMapOvr>
  <p:transition>
    <p:wipe dir="d"/>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C31B03-B37E-EBCE-4B0B-B1AA2F495FD6}"/>
              </a:ext>
            </a:extLst>
          </p:cNvPr>
          <p:cNvSpPr>
            <a:spLocks noGrp="1"/>
          </p:cNvSpPr>
          <p:nvPr>
            <p:ph type="title"/>
          </p:nvPr>
        </p:nvSpPr>
        <p:spPr/>
        <p:txBody>
          <a:bodyPr/>
          <a:lstStyle/>
          <a:p>
            <a:r>
              <a:rPr lang="en-US" dirty="0"/>
              <a:t>AN ILLUSTRATION - II</a:t>
            </a:r>
            <a:endParaRPr lang="en-PK" dirty="0"/>
          </a:p>
        </p:txBody>
      </p:sp>
      <p:sp>
        <p:nvSpPr>
          <p:cNvPr id="3" name="Content Placeholder 2">
            <a:extLst>
              <a:ext uri="{FF2B5EF4-FFF2-40B4-BE49-F238E27FC236}">
                <a16:creationId xmlns:a16="http://schemas.microsoft.com/office/drawing/2014/main" id="{989F4D49-47F0-9217-26D2-A3621B3EDE75}"/>
              </a:ext>
            </a:extLst>
          </p:cNvPr>
          <p:cNvSpPr>
            <a:spLocks noGrp="1"/>
          </p:cNvSpPr>
          <p:nvPr>
            <p:ph idx="1"/>
          </p:nvPr>
        </p:nvSpPr>
        <p:spPr/>
        <p:txBody>
          <a:bodyPr>
            <a:normAutofit lnSpcReduction="10000"/>
          </a:bodyPr>
          <a:lstStyle/>
          <a:p>
            <a:r>
              <a:rPr lang="en-US" sz="2400" dirty="0"/>
              <a:t>More precise, operational version:</a:t>
            </a:r>
          </a:p>
          <a:p>
            <a:pPr marL="355600" indent="-80963">
              <a:buNone/>
            </a:pPr>
            <a:r>
              <a:rPr lang="en-US" sz="2400" dirty="0"/>
              <a:t>“To what extent did agile software development teams in Company A between 2015 and 2020 outperform those in Company B in terms of (a) average release cycle time, (b) defect density, and (c) customer satisfaction? What factors accounted for these differences?”</a:t>
            </a:r>
          </a:p>
          <a:p>
            <a:r>
              <a:rPr lang="en-US" sz="2400" dirty="0"/>
              <a:t>Now, the research problem is:</a:t>
            </a:r>
          </a:p>
          <a:p>
            <a:pPr lvl="1"/>
            <a:r>
              <a:rPr lang="en-US" sz="2000" dirty="0"/>
              <a:t>Focused on </a:t>
            </a:r>
            <a:r>
              <a:rPr lang="en-US" sz="2000" i="1" dirty="0"/>
              <a:t>specific performance metrics</a:t>
            </a:r>
            <a:r>
              <a:rPr lang="en-US" sz="2000" dirty="0"/>
              <a:t> (release cycle time, defect density, satisfaction)</a:t>
            </a:r>
          </a:p>
          <a:p>
            <a:pPr lvl="1"/>
            <a:r>
              <a:rPr lang="en-US" sz="2000" dirty="0"/>
              <a:t>Limited to a </a:t>
            </a:r>
            <a:r>
              <a:rPr lang="en-US" sz="2000" i="1" dirty="0"/>
              <a:t>timeframe</a:t>
            </a:r>
            <a:endParaRPr lang="en-US" sz="2000" dirty="0"/>
          </a:p>
          <a:p>
            <a:pPr lvl="1"/>
            <a:r>
              <a:rPr lang="en-US" sz="2000" dirty="0"/>
              <a:t>Clearly set for a </a:t>
            </a:r>
            <a:r>
              <a:rPr lang="en-US" sz="2000" i="1" dirty="0"/>
              <a:t>comparative analysis</a:t>
            </a:r>
            <a:endParaRPr lang="en-US" sz="2000" dirty="0"/>
          </a:p>
          <a:p>
            <a:endParaRPr lang="en-PK" sz="2400" dirty="0"/>
          </a:p>
        </p:txBody>
      </p:sp>
    </p:spTree>
    <p:extLst>
      <p:ext uri="{BB962C8B-B14F-4D97-AF65-F5344CB8AC3E}">
        <p14:creationId xmlns:p14="http://schemas.microsoft.com/office/powerpoint/2010/main" val="2508206866"/>
      </p:ext>
    </p:extLst>
  </p:cSld>
  <p:clrMapOvr>
    <a:masterClrMapping/>
  </p:clrMapOvr>
  <p:transition>
    <p:wipe dir="d"/>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ED8E5E-EE44-B3A2-9D32-BB2E05BC9480}"/>
              </a:ext>
            </a:extLst>
          </p:cNvPr>
          <p:cNvSpPr>
            <a:spLocks noGrp="1"/>
          </p:cNvSpPr>
          <p:nvPr>
            <p:ph type="title"/>
          </p:nvPr>
        </p:nvSpPr>
        <p:spPr/>
        <p:txBody>
          <a:bodyPr/>
          <a:lstStyle/>
          <a:p>
            <a:r>
              <a:rPr lang="en-US" dirty="0"/>
              <a:t>CONCLUSION</a:t>
            </a:r>
            <a:endParaRPr lang="en-PK" dirty="0"/>
          </a:p>
        </p:txBody>
      </p:sp>
      <p:sp>
        <p:nvSpPr>
          <p:cNvPr id="3" name="Content Placeholder 2">
            <a:extLst>
              <a:ext uri="{FF2B5EF4-FFF2-40B4-BE49-F238E27FC236}">
                <a16:creationId xmlns:a16="http://schemas.microsoft.com/office/drawing/2014/main" id="{79D8EAF2-D2FA-81A7-DDD4-E04E21A2C4CF}"/>
              </a:ext>
            </a:extLst>
          </p:cNvPr>
          <p:cNvSpPr>
            <a:spLocks noGrp="1"/>
          </p:cNvSpPr>
          <p:nvPr>
            <p:ph idx="1"/>
          </p:nvPr>
        </p:nvSpPr>
        <p:spPr>
          <a:xfrm>
            <a:off x="822959" y="1845734"/>
            <a:ext cx="7787641" cy="4402666"/>
          </a:xfrm>
        </p:spPr>
        <p:txBody>
          <a:bodyPr>
            <a:normAutofit/>
          </a:bodyPr>
          <a:lstStyle/>
          <a:p>
            <a:r>
              <a:rPr lang="en-US" dirty="0"/>
              <a:t>We may conclude by saying that the task of defining a research problem, very often, follows a sequential pattern—</a:t>
            </a:r>
          </a:p>
          <a:p>
            <a:pPr lvl="1"/>
            <a:r>
              <a:rPr lang="en-US" dirty="0"/>
              <a:t>the problem is stated in a general way, </a:t>
            </a:r>
          </a:p>
          <a:p>
            <a:pPr lvl="1"/>
            <a:r>
              <a:rPr lang="en-US" dirty="0"/>
              <a:t>the ambiguities are resolved, </a:t>
            </a:r>
          </a:p>
          <a:p>
            <a:pPr lvl="1"/>
            <a:r>
              <a:rPr lang="en-US" dirty="0"/>
              <a:t>thinking and rethinking process results in a more specific formulation of the problem so that</a:t>
            </a:r>
          </a:p>
          <a:p>
            <a:pPr lvl="1"/>
            <a:r>
              <a:rPr lang="en-US" dirty="0"/>
              <a:t> it may be a realistic one in terms of the available data and resources and is also </a:t>
            </a:r>
          </a:p>
          <a:p>
            <a:pPr lvl="1"/>
            <a:r>
              <a:rPr lang="en-US" dirty="0"/>
              <a:t>analytically meaningful. </a:t>
            </a:r>
          </a:p>
        </p:txBody>
      </p:sp>
    </p:spTree>
    <p:extLst>
      <p:ext uri="{BB962C8B-B14F-4D97-AF65-F5344CB8AC3E}">
        <p14:creationId xmlns:p14="http://schemas.microsoft.com/office/powerpoint/2010/main" val="3538594201"/>
      </p:ext>
    </p:extLst>
  </p:cSld>
  <p:clrMapOvr>
    <a:masterClrMapping/>
  </p:clrMapOvr>
  <p:transition>
    <p:wipe dir="d"/>
  </p:transition>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Retrospect</Template>
  <TotalTime>2929</TotalTime>
  <Words>1505</Words>
  <Application>Microsoft Office PowerPoint</Application>
  <PresentationFormat>On-screen Show (4:3)</PresentationFormat>
  <Paragraphs>124</Paragraphs>
  <Slides>23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23</vt:i4>
      </vt:variant>
    </vt:vector>
  </HeadingPairs>
  <TitlesOfParts>
    <vt:vector size="28" baseType="lpstr">
      <vt:lpstr>Arial</vt:lpstr>
      <vt:lpstr>Calibri</vt:lpstr>
      <vt:lpstr>Calibri Light</vt:lpstr>
      <vt:lpstr>Wingdings</vt:lpstr>
      <vt:lpstr>Retrospect</vt:lpstr>
      <vt:lpstr>PowerPoint Presentation</vt:lpstr>
      <vt:lpstr>The Research Process</vt:lpstr>
      <vt:lpstr>PowerPoint Presentation</vt:lpstr>
      <vt:lpstr>The Research Process</vt:lpstr>
      <vt:lpstr>The Research Process</vt:lpstr>
      <vt:lpstr>1. Formulating the research problem:</vt:lpstr>
      <vt:lpstr>1. Formulating the research problem:</vt:lpstr>
      <vt:lpstr>1. Formulating the research problem:</vt:lpstr>
      <vt:lpstr>1. Formulating the research problem:</vt:lpstr>
      <vt:lpstr>WHAT IS A RESEARCH PROBLEM?</vt:lpstr>
      <vt:lpstr>WHAT IS A RESEARCH PROBLEM?</vt:lpstr>
      <vt:lpstr>WHAT IS A RESEARCH PROBLEM?</vt:lpstr>
      <vt:lpstr>SELECTING THE PROBLEM</vt:lpstr>
      <vt:lpstr>SELECTING THE PROBLEM</vt:lpstr>
      <vt:lpstr>NECESSITY OF DEFINING THE PROBLEM</vt:lpstr>
      <vt:lpstr>TECHNIQUE INVOLVED IN DEFINING A PROBLEM</vt:lpstr>
      <vt:lpstr>TECHNIQUE INVOLVED IN DEFINING A PROBLEM</vt:lpstr>
      <vt:lpstr>AN ILLUSTRATION - I</vt:lpstr>
      <vt:lpstr>AN ILLUSTRATION - I</vt:lpstr>
      <vt:lpstr>AN ILLUSTRATION - II</vt:lpstr>
      <vt:lpstr>AN ILLUSTRATION - II</vt:lpstr>
      <vt:lpstr>AN ILLUSTRATION - II</vt:lpstr>
      <vt:lpstr>CONCLUSION</vt:lpstr>
    </vt:vector>
  </TitlesOfParts>
  <Company>HOME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User</dc:creator>
  <cp:lastModifiedBy>Waqar Mehmood</cp:lastModifiedBy>
  <cp:revision>95</cp:revision>
  <dcterms:created xsi:type="dcterms:W3CDTF">2005-09-02T07:27:12Z</dcterms:created>
  <dcterms:modified xsi:type="dcterms:W3CDTF">2025-10-07T09:33:12Z</dcterms:modified>
</cp:coreProperties>
</file>